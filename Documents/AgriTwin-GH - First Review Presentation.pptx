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heme/themeOverride5.xml" ContentType="application/vnd.openxmlformats-officedocument.themeOverride+xml"/>
  <Override PartName="/ppt/notesSlides/notesSlide7.xml" ContentType="application/vnd.openxmlformats-officedocument.presentationml.notesSlide+xml"/>
  <Override PartName="/ppt/theme/themeOverride6.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8" r:id="rId3"/>
    <p:sldId id="260" r:id="rId4"/>
    <p:sldId id="443" r:id="rId5"/>
    <p:sldId id="445" r:id="rId6"/>
    <p:sldId id="267" r:id="rId7"/>
    <p:sldId id="447" r:id="rId8"/>
    <p:sldId id="448" r:id="rId9"/>
    <p:sldId id="439" r:id="rId10"/>
    <p:sldId id="437" r:id="rId11"/>
    <p:sldId id="438" r:id="rId12"/>
    <p:sldId id="450" r:id="rId13"/>
    <p:sldId id="451" r:id="rId14"/>
    <p:sldId id="358" r:id="rId15"/>
    <p:sldId id="453" r:id="rId16"/>
    <p:sldId id="455" r:id="rId17"/>
    <p:sldId id="454" r:id="rId18"/>
    <p:sldId id="456" r:id="rId19"/>
    <p:sldId id="457" r:id="rId20"/>
    <p:sldId id="458" r:id="rId21"/>
    <p:sldId id="436" r:id="rId22"/>
    <p:sldId id="435" r:id="rId23"/>
    <p:sldId id="419" r:id="rId24"/>
    <p:sldId id="441" r:id="rId25"/>
    <p:sldId id="364" r:id="rId26"/>
  </p:sldIdLst>
  <p:sldSz cx="9144000" cy="6858000" type="screen4x3"/>
  <p:notesSz cx="6858000" cy="9144000"/>
  <p:embeddedFontLst>
    <p:embeddedFont>
      <p:font typeface="Algerian" panose="04020705040A02060702" pitchFamily="82" charset="0"/>
      <p:regular r:id="rId28"/>
    </p:embeddedFont>
    <p:embeddedFont>
      <p:font typeface="Bookman Old Style" panose="02050604050505020204" pitchFamily="18" charset="0"/>
      <p:regular r:id="rId29"/>
      <p:bold r:id="rId30"/>
      <p:italic r:id="rId31"/>
      <p:boldItalic r:id="rId32"/>
    </p:embeddedFont>
    <p:embeddedFont>
      <p:font typeface="Roboto" panose="020000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20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2D"/>
    <a:srgbClr val="00602B"/>
    <a:srgbClr val="0811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751820-DBCF-9D13-4DC7-2E31401D208C}" v="979" dt="2026-03-12T12:11:42.178"/>
    <p1510:client id="{5F79FEDD-1B3F-D139-6FB5-B4AB70C1E6A3}" v="2" dt="2026-03-12T12:15:48.860"/>
    <p1510:client id="{67E3116C-FB7C-6D1B-B3A8-768A1060C33F}" v="66" dt="2026-03-12T09:52:05.591"/>
    <p1510:client id="{DCC3B5B0-8595-4BF9-8E02-E3782C76E43E}" v="43" dt="2026-03-12T12:46:22.60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6D51072-94E4-4FC1-8697-D52FD32A7993}"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1566" y="78"/>
      </p:cViewPr>
      <p:guideLst>
        <p:guide orient="horz" pos="2209"/>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7.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tapati Raja Rajeswari" userId="223fcc0747d4cf4c" providerId="Windows Live" clId="Web-{60F3BC84-5E4B-715D-B1ED-7E2FE0A1FE39}"/>
    <pc:docChg chg="addSld delSld modSld">
      <pc:chgData name="Vantapati Raja Rajeswari" userId="223fcc0747d4cf4c" providerId="Windows Live" clId="Web-{60F3BC84-5E4B-715D-B1ED-7E2FE0A1FE39}" dt="2026-03-10T16:46:06.637" v="16"/>
      <pc:docMkLst>
        <pc:docMk/>
      </pc:docMkLst>
      <pc:sldChg chg="modSp">
        <pc:chgData name="Vantapati Raja Rajeswari" userId="223fcc0747d4cf4c" providerId="Windows Live" clId="Web-{60F3BC84-5E4B-715D-B1ED-7E2FE0A1FE39}" dt="2026-03-10T16:43:57.263" v="12" actId="20577"/>
        <pc:sldMkLst>
          <pc:docMk/>
          <pc:sldMk cId="2239128655" sldId="437"/>
        </pc:sldMkLst>
        <pc:spChg chg="mod">
          <ac:chgData name="Vantapati Raja Rajeswari" userId="223fcc0747d4cf4c" providerId="Windows Live" clId="Web-{60F3BC84-5E4B-715D-B1ED-7E2FE0A1FE39}" dt="2026-03-10T16:43:57.263" v="12" actId="20577"/>
          <ac:spMkLst>
            <pc:docMk/>
            <pc:sldMk cId="2239128655" sldId="437"/>
            <ac:spMk id="1258" creationId="{00000000-0000-0000-0000-000000000000}"/>
          </ac:spMkLst>
        </pc:spChg>
      </pc:sldChg>
      <pc:sldChg chg="modSp">
        <pc:chgData name="Vantapati Raja Rajeswari" userId="223fcc0747d4cf4c" providerId="Windows Live" clId="Web-{60F3BC84-5E4B-715D-B1ED-7E2FE0A1FE39}" dt="2026-03-10T16:44:05.700" v="13" actId="1076"/>
        <pc:sldMkLst>
          <pc:docMk/>
          <pc:sldMk cId="1315135693" sldId="438"/>
        </pc:sldMkLst>
        <pc:spChg chg="mod">
          <ac:chgData name="Vantapati Raja Rajeswari" userId="223fcc0747d4cf4c" providerId="Windows Live" clId="Web-{60F3BC84-5E4B-715D-B1ED-7E2FE0A1FE39}" dt="2026-03-10T16:44:05.700" v="13" actId="1076"/>
          <ac:spMkLst>
            <pc:docMk/>
            <pc:sldMk cId="1315135693" sldId="438"/>
            <ac:spMk id="1258" creationId="{00000000-0000-0000-0000-000000000000}"/>
          </ac:spMkLst>
        </pc:spChg>
      </pc:sldChg>
      <pc:sldChg chg="add replId">
        <pc:chgData name="Vantapati Raja Rajeswari" userId="223fcc0747d4cf4c" providerId="Windows Live" clId="Web-{60F3BC84-5E4B-715D-B1ED-7E2FE0A1FE39}" dt="2026-03-10T16:46:06.637" v="16"/>
        <pc:sldMkLst>
          <pc:docMk/>
          <pc:sldMk cId="1331753469" sldId="449"/>
        </pc:sldMkLst>
      </pc:sldChg>
    </pc:docChg>
  </pc:docChgLst>
  <pc:docChgLst>
    <pc:chgData name="Vantapati Raja Rajeswari" userId="223fcc0747d4cf4c" providerId="LiveId" clId="{EA9B350C-9F47-4470-AC9B-4BCC23D58C3E}"/>
    <pc:docChg chg="undo redo custSel delSld modSld">
      <pc:chgData name="Vantapati Raja Rajeswari" userId="223fcc0747d4cf4c" providerId="LiveId" clId="{EA9B350C-9F47-4470-AC9B-4BCC23D58C3E}" dt="2026-03-12T12:46:22.603" v="492"/>
      <pc:docMkLst>
        <pc:docMk/>
      </pc:docMkLst>
      <pc:sldChg chg="modSp mod">
        <pc:chgData name="Vantapati Raja Rajeswari" userId="223fcc0747d4cf4c" providerId="LiveId" clId="{EA9B350C-9F47-4470-AC9B-4BCC23D58C3E}" dt="2026-03-12T12:12:43.647" v="353" actId="403"/>
        <pc:sldMkLst>
          <pc:docMk/>
          <pc:sldMk cId="0" sldId="256"/>
        </pc:sldMkLst>
        <pc:spChg chg="mod">
          <ac:chgData name="Vantapati Raja Rajeswari" userId="223fcc0747d4cf4c" providerId="LiveId" clId="{EA9B350C-9F47-4470-AC9B-4BCC23D58C3E}" dt="2026-03-12T12:12:43.647" v="353" actId="403"/>
          <ac:spMkLst>
            <pc:docMk/>
            <pc:sldMk cId="0" sldId="256"/>
            <ac:spMk id="163" creationId="{00000000-0000-0000-0000-000000000000}"/>
          </ac:spMkLst>
        </pc:spChg>
        <pc:spChg chg="mod">
          <ac:chgData name="Vantapati Raja Rajeswari" userId="223fcc0747d4cf4c" providerId="LiveId" clId="{EA9B350C-9F47-4470-AC9B-4BCC23D58C3E}" dt="2026-03-10T11:43:14.081" v="179" actId="20577"/>
          <ac:spMkLst>
            <pc:docMk/>
            <pc:sldMk cId="0" sldId="256"/>
            <ac:spMk id="167" creationId="{00000000-0000-0000-0000-000000000000}"/>
          </ac:spMkLst>
        </pc:spChg>
      </pc:sldChg>
      <pc:sldChg chg="modSp mod">
        <pc:chgData name="Vantapati Raja Rajeswari" userId="223fcc0747d4cf4c" providerId="LiveId" clId="{EA9B350C-9F47-4470-AC9B-4BCC23D58C3E}" dt="2026-03-10T11:43:21.609" v="185" actId="20577"/>
        <pc:sldMkLst>
          <pc:docMk/>
          <pc:sldMk cId="0" sldId="258"/>
        </pc:sldMkLst>
        <pc:spChg chg="mod">
          <ac:chgData name="Vantapati Raja Rajeswari" userId="223fcc0747d4cf4c" providerId="LiveId" clId="{EA9B350C-9F47-4470-AC9B-4BCC23D58C3E}" dt="2026-03-10T11:43:21.609" v="185" actId="20577"/>
          <ac:spMkLst>
            <pc:docMk/>
            <pc:sldMk cId="0" sldId="258"/>
            <ac:spMk id="2" creationId="{20CE9F4D-64F9-12C4-FB4C-CC5E7AD2529E}"/>
          </ac:spMkLst>
        </pc:spChg>
        <pc:spChg chg="mod">
          <ac:chgData name="Vantapati Raja Rajeswari" userId="223fcc0747d4cf4c" providerId="LiveId" clId="{EA9B350C-9F47-4470-AC9B-4BCC23D58C3E}" dt="2026-03-10T11:42:50.139" v="173" actId="2710"/>
          <ac:spMkLst>
            <pc:docMk/>
            <pc:sldMk cId="0" sldId="258"/>
            <ac:spMk id="185" creationId="{00000000-0000-0000-0000-000000000000}"/>
          </ac:spMkLst>
        </pc:spChg>
      </pc:sldChg>
      <pc:sldChg chg="delSp modSp mod">
        <pc:chgData name="Vantapati Raja Rajeswari" userId="223fcc0747d4cf4c" providerId="LiveId" clId="{EA9B350C-9F47-4470-AC9B-4BCC23D58C3E}" dt="2026-03-12T12:45:54.523" v="491" actId="20577"/>
        <pc:sldMkLst>
          <pc:docMk/>
          <pc:sldMk cId="0" sldId="259"/>
        </pc:sldMkLst>
        <pc:spChg chg="mod">
          <ac:chgData name="Vantapati Raja Rajeswari" userId="223fcc0747d4cf4c" providerId="LiveId" clId="{EA9B350C-9F47-4470-AC9B-4BCC23D58C3E}" dt="2026-03-12T12:13:07.501" v="365" actId="20577"/>
          <ac:spMkLst>
            <pc:docMk/>
            <pc:sldMk cId="0" sldId="259"/>
            <ac:spMk id="4" creationId="{ED3FF55A-863C-9AD9-F1B0-ED0C1E56A855}"/>
          </ac:spMkLst>
        </pc:spChg>
        <pc:spChg chg="mod">
          <ac:chgData name="Vantapati Raja Rajeswari" userId="223fcc0747d4cf4c" providerId="LiveId" clId="{EA9B350C-9F47-4470-AC9B-4BCC23D58C3E}" dt="2026-03-12T12:45:54.523" v="491" actId="20577"/>
          <ac:spMkLst>
            <pc:docMk/>
            <pc:sldMk cId="0" sldId="259"/>
            <ac:spMk id="5" creationId="{00000000-0000-0000-0000-000000000000}"/>
          </ac:spMkLst>
        </pc:spChg>
        <pc:spChg chg="mod">
          <ac:chgData name="Vantapati Raja Rajeswari" userId="223fcc0747d4cf4c" providerId="LiveId" clId="{EA9B350C-9F47-4470-AC9B-4BCC23D58C3E}" dt="2026-03-10T11:50:06.865" v="276" actId="20577"/>
          <ac:spMkLst>
            <pc:docMk/>
            <pc:sldMk cId="0" sldId="259"/>
            <ac:spMk id="8" creationId="{681635BA-7429-BA27-3F30-BED6BCECCD0A}"/>
          </ac:spMkLst>
        </pc:spChg>
      </pc:sldChg>
      <pc:sldChg chg="modSp mod">
        <pc:chgData name="Vantapati Raja Rajeswari" userId="223fcc0747d4cf4c" providerId="LiveId" clId="{EA9B350C-9F47-4470-AC9B-4BCC23D58C3E}" dt="2026-03-12T12:12:59.546" v="359" actId="20577"/>
        <pc:sldMkLst>
          <pc:docMk/>
          <pc:sldMk cId="0" sldId="260"/>
        </pc:sldMkLst>
        <pc:spChg chg="mod">
          <ac:chgData name="Vantapati Raja Rajeswari" userId="223fcc0747d4cf4c" providerId="LiveId" clId="{EA9B350C-9F47-4470-AC9B-4BCC23D58C3E}" dt="2026-03-12T12:12:59.546" v="359" actId="20577"/>
          <ac:spMkLst>
            <pc:docMk/>
            <pc:sldMk cId="0" sldId="260"/>
            <ac:spMk id="4" creationId="{F261BDF7-A2F4-1E1D-A188-938BF621285B}"/>
          </ac:spMkLst>
        </pc:spChg>
        <pc:spChg chg="mod">
          <ac:chgData name="Vantapati Raja Rajeswari" userId="223fcc0747d4cf4c" providerId="LiveId" clId="{EA9B350C-9F47-4470-AC9B-4BCC23D58C3E}" dt="2026-03-10T11:49:27.074" v="273" actId="1076"/>
          <ac:spMkLst>
            <pc:docMk/>
            <pc:sldMk cId="0" sldId="260"/>
            <ac:spMk id="200" creationId="{00000000-0000-0000-0000-000000000000}"/>
          </ac:spMkLst>
        </pc:spChg>
      </pc:sldChg>
      <pc:sldChg chg="modSp mod">
        <pc:chgData name="Vantapati Raja Rajeswari" userId="223fcc0747d4cf4c" providerId="LiveId" clId="{EA9B350C-9F47-4470-AC9B-4BCC23D58C3E}" dt="2026-03-12T12:32:30.902" v="410" actId="255"/>
        <pc:sldMkLst>
          <pc:docMk/>
          <pc:sldMk cId="0" sldId="267"/>
        </pc:sldMkLst>
        <pc:spChg chg="mod">
          <ac:chgData name="Vantapati Raja Rajeswari" userId="223fcc0747d4cf4c" providerId="LiveId" clId="{EA9B350C-9F47-4470-AC9B-4BCC23D58C3E}" dt="2026-03-12T12:18:53.918" v="375"/>
          <ac:spMkLst>
            <pc:docMk/>
            <pc:sldMk cId="0" sldId="267"/>
            <ac:spMk id="2" creationId="{B8DE3DE7-7CCC-7FFC-4B5A-681A97A2AE51}"/>
          </ac:spMkLst>
        </pc:spChg>
        <pc:graphicFrameChg chg="mod modGraphic">
          <ac:chgData name="Vantapati Raja Rajeswari" userId="223fcc0747d4cf4c" providerId="LiveId" clId="{EA9B350C-9F47-4470-AC9B-4BCC23D58C3E}" dt="2026-03-12T12:32:30.902" v="410" actId="255"/>
          <ac:graphicFrameMkLst>
            <pc:docMk/>
            <pc:sldMk cId="0" sldId="267"/>
            <ac:graphicFrameMk id="265" creationId="{00000000-0000-0000-0000-000000000000}"/>
          </ac:graphicFrameMkLst>
        </pc:graphicFrameChg>
      </pc:sldChg>
      <pc:sldChg chg="modSp">
        <pc:chgData name="Vantapati Raja Rajeswari" userId="223fcc0747d4cf4c" providerId="LiveId" clId="{EA9B350C-9F47-4470-AC9B-4BCC23D58C3E}" dt="2026-03-12T12:19:36.221" v="386"/>
        <pc:sldMkLst>
          <pc:docMk/>
          <pc:sldMk cId="0" sldId="358"/>
        </pc:sldMkLst>
        <pc:spChg chg="mod">
          <ac:chgData name="Vantapati Raja Rajeswari" userId="223fcc0747d4cf4c" providerId="LiveId" clId="{EA9B350C-9F47-4470-AC9B-4BCC23D58C3E}" dt="2026-03-12T12:19:36.221" v="386"/>
          <ac:spMkLst>
            <pc:docMk/>
            <pc:sldMk cId="0" sldId="358"/>
            <ac:spMk id="2" creationId="{0A56B0C5-58E0-9753-7EDD-007A20B9BC88}"/>
          </ac:spMkLst>
        </pc:spChg>
      </pc:sldChg>
      <pc:sldChg chg="modSp">
        <pc:chgData name="Vantapati Raja Rajeswari" userId="223fcc0747d4cf4c" providerId="LiveId" clId="{EA9B350C-9F47-4470-AC9B-4BCC23D58C3E}" dt="2026-03-12T12:20:19.516" v="397"/>
        <pc:sldMkLst>
          <pc:docMk/>
          <pc:sldMk cId="0" sldId="364"/>
        </pc:sldMkLst>
        <pc:spChg chg="mod">
          <ac:chgData name="Vantapati Raja Rajeswari" userId="223fcc0747d4cf4c" providerId="LiveId" clId="{EA9B350C-9F47-4470-AC9B-4BCC23D58C3E}" dt="2026-03-12T12:20:19.516" v="397"/>
          <ac:spMkLst>
            <pc:docMk/>
            <pc:sldMk cId="0" sldId="364"/>
            <ac:spMk id="2" creationId="{4D8C5087-2000-D903-2CB6-EAE464394F04}"/>
          </ac:spMkLst>
        </pc:spChg>
      </pc:sldChg>
      <pc:sldChg chg="modSp">
        <pc:chgData name="Vantapati Raja Rajeswari" userId="223fcc0747d4cf4c" providerId="LiveId" clId="{EA9B350C-9F47-4470-AC9B-4BCC23D58C3E}" dt="2026-03-12T12:20:11.798" v="395"/>
        <pc:sldMkLst>
          <pc:docMk/>
          <pc:sldMk cId="0" sldId="419"/>
        </pc:sldMkLst>
        <pc:spChg chg="mod">
          <ac:chgData name="Vantapati Raja Rajeswari" userId="223fcc0747d4cf4c" providerId="LiveId" clId="{EA9B350C-9F47-4470-AC9B-4BCC23D58C3E}" dt="2026-03-12T12:20:11.798" v="395"/>
          <ac:spMkLst>
            <pc:docMk/>
            <pc:sldMk cId="0" sldId="419"/>
            <ac:spMk id="2" creationId="{2FE6BDF5-AE30-5D13-75B2-606E7CC3515F}"/>
          </ac:spMkLst>
        </pc:spChg>
      </pc:sldChg>
      <pc:sldChg chg="modSp del">
        <pc:chgData name="Vantapati Raja Rajeswari" userId="223fcc0747d4cf4c" providerId="LiveId" clId="{EA9B350C-9F47-4470-AC9B-4BCC23D58C3E}" dt="2026-03-12T12:32:38.277" v="411" actId="47"/>
        <pc:sldMkLst>
          <pc:docMk/>
          <pc:sldMk cId="22692153" sldId="427"/>
        </pc:sldMkLst>
        <pc:spChg chg="mod">
          <ac:chgData name="Vantapati Raja Rajeswari" userId="223fcc0747d4cf4c" providerId="LiveId" clId="{EA9B350C-9F47-4470-AC9B-4BCC23D58C3E}" dt="2026-03-12T12:19:00.523" v="376"/>
          <ac:spMkLst>
            <pc:docMk/>
            <pc:sldMk cId="22692153" sldId="427"/>
            <ac:spMk id="2" creationId="{6043EDA5-3A0F-68FD-8525-A986C4C3E215}"/>
          </ac:spMkLst>
        </pc:spChg>
      </pc:sldChg>
      <pc:sldChg chg="modSp">
        <pc:chgData name="Vantapati Raja Rajeswari" userId="223fcc0747d4cf4c" providerId="LiveId" clId="{EA9B350C-9F47-4470-AC9B-4BCC23D58C3E}" dt="2026-03-12T12:20:08.750" v="394"/>
        <pc:sldMkLst>
          <pc:docMk/>
          <pc:sldMk cId="4018596544" sldId="435"/>
        </pc:sldMkLst>
        <pc:spChg chg="mod">
          <ac:chgData name="Vantapati Raja Rajeswari" userId="223fcc0747d4cf4c" providerId="LiveId" clId="{EA9B350C-9F47-4470-AC9B-4BCC23D58C3E}" dt="2026-03-12T12:20:08.750" v="394"/>
          <ac:spMkLst>
            <pc:docMk/>
            <pc:sldMk cId="4018596544" sldId="435"/>
            <ac:spMk id="2" creationId="{0A56B0C5-58E0-9753-7EDD-007A20B9BC88}"/>
          </ac:spMkLst>
        </pc:spChg>
      </pc:sldChg>
      <pc:sldChg chg="modSp">
        <pc:chgData name="Vantapati Raja Rajeswari" userId="223fcc0747d4cf4c" providerId="LiveId" clId="{EA9B350C-9F47-4470-AC9B-4BCC23D58C3E}" dt="2026-03-12T12:20:01.499" v="393"/>
        <pc:sldMkLst>
          <pc:docMk/>
          <pc:sldMk cId="558752636" sldId="436"/>
        </pc:sldMkLst>
        <pc:spChg chg="mod">
          <ac:chgData name="Vantapati Raja Rajeswari" userId="223fcc0747d4cf4c" providerId="LiveId" clId="{EA9B350C-9F47-4470-AC9B-4BCC23D58C3E}" dt="2026-03-12T12:20:01.499" v="393"/>
          <ac:spMkLst>
            <pc:docMk/>
            <pc:sldMk cId="558752636" sldId="436"/>
            <ac:spMk id="2" creationId="{0A56B0C5-58E0-9753-7EDD-007A20B9BC88}"/>
          </ac:spMkLst>
        </pc:spChg>
      </pc:sldChg>
      <pc:sldChg chg="addSp modSp mod">
        <pc:chgData name="Vantapati Raja Rajeswari" userId="223fcc0747d4cf4c" providerId="LiveId" clId="{EA9B350C-9F47-4470-AC9B-4BCC23D58C3E}" dt="2026-03-12T12:37:46.299" v="467" actId="1076"/>
        <pc:sldMkLst>
          <pc:docMk/>
          <pc:sldMk cId="2239128655" sldId="437"/>
        </pc:sldMkLst>
        <pc:spChg chg="mod">
          <ac:chgData name="Vantapati Raja Rajeswari" userId="223fcc0747d4cf4c" providerId="LiveId" clId="{EA9B350C-9F47-4470-AC9B-4BCC23D58C3E}" dt="2026-03-12T12:19:15.990" v="380"/>
          <ac:spMkLst>
            <pc:docMk/>
            <pc:sldMk cId="2239128655" sldId="437"/>
            <ac:spMk id="2" creationId="{0A56B0C5-58E0-9753-7EDD-007A20B9BC88}"/>
          </ac:spMkLst>
        </pc:spChg>
        <pc:spChg chg="add mod">
          <ac:chgData name="Vantapati Raja Rajeswari" userId="223fcc0747d4cf4c" providerId="LiveId" clId="{EA9B350C-9F47-4470-AC9B-4BCC23D58C3E}" dt="2026-03-12T12:37:46.299" v="467" actId="1076"/>
          <ac:spMkLst>
            <pc:docMk/>
            <pc:sldMk cId="2239128655" sldId="437"/>
            <ac:spMk id="7" creationId="{6B70827B-2AE2-0E54-C354-B5229EC329B8}"/>
          </ac:spMkLst>
        </pc:spChg>
        <pc:spChg chg="mod">
          <ac:chgData name="Vantapati Raja Rajeswari" userId="223fcc0747d4cf4c" providerId="LiveId" clId="{EA9B350C-9F47-4470-AC9B-4BCC23D58C3E}" dt="2026-03-12T12:36:15.434" v="439" actId="20577"/>
          <ac:spMkLst>
            <pc:docMk/>
            <pc:sldMk cId="2239128655" sldId="437"/>
            <ac:spMk id="1258" creationId="{00000000-0000-0000-0000-000000000000}"/>
          </ac:spMkLst>
        </pc:spChg>
        <pc:picChg chg="add mod">
          <ac:chgData name="Vantapati Raja Rajeswari" userId="223fcc0747d4cf4c" providerId="LiveId" clId="{EA9B350C-9F47-4470-AC9B-4BCC23D58C3E}" dt="2026-03-12T12:36:45.063" v="447" actId="14100"/>
          <ac:picMkLst>
            <pc:docMk/>
            <pc:sldMk cId="2239128655" sldId="437"/>
            <ac:picMk id="4" creationId="{3B903F32-54AE-D232-024F-FB1FA2C84F72}"/>
          </ac:picMkLst>
        </pc:picChg>
      </pc:sldChg>
      <pc:sldChg chg="addSp modSp mod">
        <pc:chgData name="Vantapati Raja Rajeswari" userId="223fcc0747d4cf4c" providerId="LiveId" clId="{EA9B350C-9F47-4470-AC9B-4BCC23D58C3E}" dt="2026-03-12T12:40:32.764" v="489" actId="1076"/>
        <pc:sldMkLst>
          <pc:docMk/>
          <pc:sldMk cId="1315135693" sldId="438"/>
        </pc:sldMkLst>
        <pc:spChg chg="mod">
          <ac:chgData name="Vantapati Raja Rajeswari" userId="223fcc0747d4cf4c" providerId="LiveId" clId="{EA9B350C-9F47-4470-AC9B-4BCC23D58C3E}" dt="2026-03-12T12:19:18.744" v="381"/>
          <ac:spMkLst>
            <pc:docMk/>
            <pc:sldMk cId="1315135693" sldId="438"/>
            <ac:spMk id="2" creationId="{0A56B0C5-58E0-9753-7EDD-007A20B9BC88}"/>
          </ac:spMkLst>
        </pc:spChg>
        <pc:spChg chg="add mod">
          <ac:chgData name="Vantapati Raja Rajeswari" userId="223fcc0747d4cf4c" providerId="LiveId" clId="{EA9B350C-9F47-4470-AC9B-4BCC23D58C3E}" dt="2026-03-12T12:40:32.764" v="489" actId="1076"/>
          <ac:spMkLst>
            <pc:docMk/>
            <pc:sldMk cId="1315135693" sldId="438"/>
            <ac:spMk id="7" creationId="{046FEA73-2173-7C5B-042A-01561FA92CF5}"/>
          </ac:spMkLst>
        </pc:spChg>
        <pc:spChg chg="mod">
          <ac:chgData name="Vantapati Raja Rajeswari" userId="223fcc0747d4cf4c" providerId="LiveId" clId="{EA9B350C-9F47-4470-AC9B-4BCC23D58C3E}" dt="2026-03-12T12:38:54.351" v="475" actId="255"/>
          <ac:spMkLst>
            <pc:docMk/>
            <pc:sldMk cId="1315135693" sldId="438"/>
            <ac:spMk id="1258" creationId="{00000000-0000-0000-0000-000000000000}"/>
          </ac:spMkLst>
        </pc:spChg>
        <pc:picChg chg="add mod">
          <ac:chgData name="Vantapati Raja Rajeswari" userId="223fcc0747d4cf4c" providerId="LiveId" clId="{EA9B350C-9F47-4470-AC9B-4BCC23D58C3E}" dt="2026-03-12T12:39:01.632" v="476" actId="14100"/>
          <ac:picMkLst>
            <pc:docMk/>
            <pc:sldMk cId="1315135693" sldId="438"/>
            <ac:picMk id="4" creationId="{52CDDC2E-519F-937E-EF4F-323E24BA4345}"/>
          </ac:picMkLst>
        </pc:picChg>
      </pc:sldChg>
      <pc:sldChg chg="addSp modSp mod">
        <pc:chgData name="Vantapati Raja Rajeswari" userId="223fcc0747d4cf4c" providerId="LiveId" clId="{EA9B350C-9F47-4470-AC9B-4BCC23D58C3E}" dt="2026-03-12T12:35:55.458" v="438" actId="1076"/>
        <pc:sldMkLst>
          <pc:docMk/>
          <pc:sldMk cId="3574987318" sldId="439"/>
        </pc:sldMkLst>
        <pc:spChg chg="mod">
          <ac:chgData name="Vantapati Raja Rajeswari" userId="223fcc0747d4cf4c" providerId="LiveId" clId="{EA9B350C-9F47-4470-AC9B-4BCC23D58C3E}" dt="2026-03-12T12:19:13.090" v="379"/>
          <ac:spMkLst>
            <pc:docMk/>
            <pc:sldMk cId="3574987318" sldId="439"/>
            <ac:spMk id="2" creationId="{0A56B0C5-58E0-9753-7EDD-007A20B9BC88}"/>
          </ac:spMkLst>
        </pc:spChg>
        <pc:spChg chg="add mod">
          <ac:chgData name="Vantapati Raja Rajeswari" userId="223fcc0747d4cf4c" providerId="LiveId" clId="{EA9B350C-9F47-4470-AC9B-4BCC23D58C3E}" dt="2026-03-12T12:35:55.458" v="438" actId="1076"/>
          <ac:spMkLst>
            <pc:docMk/>
            <pc:sldMk cId="3574987318" sldId="439"/>
            <ac:spMk id="7" creationId="{77044728-FC91-2DE0-6831-7C5D31F39C42}"/>
          </ac:spMkLst>
        </pc:spChg>
        <pc:spChg chg="mod">
          <ac:chgData name="Vantapati Raja Rajeswari" userId="223fcc0747d4cf4c" providerId="LiveId" clId="{EA9B350C-9F47-4470-AC9B-4BCC23D58C3E}" dt="2026-03-12T12:34:13.418" v="424" actId="20577"/>
          <ac:spMkLst>
            <pc:docMk/>
            <pc:sldMk cId="3574987318" sldId="439"/>
            <ac:spMk id="1258" creationId="{00000000-0000-0000-0000-000000000000}"/>
          </ac:spMkLst>
        </pc:spChg>
        <pc:picChg chg="add mod">
          <ac:chgData name="Vantapati Raja Rajeswari" userId="223fcc0747d4cf4c" providerId="LiveId" clId="{EA9B350C-9F47-4470-AC9B-4BCC23D58C3E}" dt="2026-03-12T12:34:17.411" v="425" actId="1076"/>
          <ac:picMkLst>
            <pc:docMk/>
            <pc:sldMk cId="3574987318" sldId="439"/>
            <ac:picMk id="4" creationId="{C0D4549C-D783-275B-1F0B-4EB46EC47568}"/>
          </ac:picMkLst>
        </pc:picChg>
      </pc:sldChg>
      <pc:sldChg chg="modSp">
        <pc:chgData name="Vantapati Raja Rajeswari" userId="223fcc0747d4cf4c" providerId="LiveId" clId="{EA9B350C-9F47-4470-AC9B-4BCC23D58C3E}" dt="2026-03-12T12:20:16.289" v="396"/>
        <pc:sldMkLst>
          <pc:docMk/>
          <pc:sldMk cId="2176604174" sldId="441"/>
        </pc:sldMkLst>
        <pc:spChg chg="mod">
          <ac:chgData name="Vantapati Raja Rajeswari" userId="223fcc0747d4cf4c" providerId="LiveId" clId="{EA9B350C-9F47-4470-AC9B-4BCC23D58C3E}" dt="2026-03-12T12:20:16.289" v="396"/>
          <ac:spMkLst>
            <pc:docMk/>
            <pc:sldMk cId="2176604174" sldId="441"/>
            <ac:spMk id="2" creationId="{45BFAD51-FFF9-0BD1-F841-030B914E32EE}"/>
          </ac:spMkLst>
        </pc:spChg>
      </pc:sldChg>
      <pc:sldChg chg="modSp mod">
        <pc:chgData name="Vantapati Raja Rajeswari" userId="223fcc0747d4cf4c" providerId="LiveId" clId="{EA9B350C-9F47-4470-AC9B-4BCC23D58C3E}" dt="2026-03-12T12:18:29.944" v="371" actId="20577"/>
        <pc:sldMkLst>
          <pc:docMk/>
          <pc:sldMk cId="1127668029" sldId="443"/>
        </pc:sldMkLst>
        <pc:spChg chg="mod">
          <ac:chgData name="Vantapati Raja Rajeswari" userId="223fcc0747d4cf4c" providerId="LiveId" clId="{EA9B350C-9F47-4470-AC9B-4BCC23D58C3E}" dt="2026-03-12T12:18:29.944" v="371" actId="20577"/>
          <ac:spMkLst>
            <pc:docMk/>
            <pc:sldMk cId="1127668029" sldId="443"/>
            <ac:spMk id="4" creationId="{04AC0468-2400-FAAE-F19D-44054968FEC1}"/>
          </ac:spMkLst>
        </pc:spChg>
      </pc:sldChg>
      <pc:sldChg chg="modSp">
        <pc:chgData name="Vantapati Raja Rajeswari" userId="223fcc0747d4cf4c" providerId="LiveId" clId="{EA9B350C-9F47-4470-AC9B-4BCC23D58C3E}" dt="2026-03-12T12:18:42.336" v="372"/>
        <pc:sldMkLst>
          <pc:docMk/>
          <pc:sldMk cId="2649624702" sldId="444"/>
        </pc:sldMkLst>
        <pc:spChg chg="mod">
          <ac:chgData name="Vantapati Raja Rajeswari" userId="223fcc0747d4cf4c" providerId="LiveId" clId="{EA9B350C-9F47-4470-AC9B-4BCC23D58C3E}" dt="2026-03-12T12:18:42.336" v="372"/>
          <ac:spMkLst>
            <pc:docMk/>
            <pc:sldMk cId="2649624702" sldId="444"/>
            <ac:spMk id="4" creationId="{F4F8FB10-078A-FB72-B20D-0C26495C8AA2}"/>
          </ac:spMkLst>
        </pc:spChg>
      </pc:sldChg>
      <pc:sldChg chg="modSp">
        <pc:chgData name="Vantapati Raja Rajeswari" userId="223fcc0747d4cf4c" providerId="LiveId" clId="{EA9B350C-9F47-4470-AC9B-4BCC23D58C3E}" dt="2026-03-12T12:18:45.821" v="373"/>
        <pc:sldMkLst>
          <pc:docMk/>
          <pc:sldMk cId="3029279258" sldId="445"/>
        </pc:sldMkLst>
        <pc:spChg chg="mod">
          <ac:chgData name="Vantapati Raja Rajeswari" userId="223fcc0747d4cf4c" providerId="LiveId" clId="{EA9B350C-9F47-4470-AC9B-4BCC23D58C3E}" dt="2026-03-12T12:18:45.821" v="373"/>
          <ac:spMkLst>
            <pc:docMk/>
            <pc:sldMk cId="3029279258" sldId="445"/>
            <ac:spMk id="4" creationId="{15774469-EDC7-F136-7E64-9E1468BB5664}"/>
          </ac:spMkLst>
        </pc:spChg>
      </pc:sldChg>
      <pc:sldChg chg="modSp">
        <pc:chgData name="Vantapati Raja Rajeswari" userId="223fcc0747d4cf4c" providerId="LiveId" clId="{EA9B350C-9F47-4470-AC9B-4BCC23D58C3E}" dt="2026-03-12T12:46:22.603" v="492"/>
        <pc:sldMkLst>
          <pc:docMk/>
          <pc:sldMk cId="186909120" sldId="446"/>
        </pc:sldMkLst>
        <pc:spChg chg="mod">
          <ac:chgData name="Vantapati Raja Rajeswari" userId="223fcc0747d4cf4c" providerId="LiveId" clId="{EA9B350C-9F47-4470-AC9B-4BCC23D58C3E}" dt="2026-03-12T12:18:50.541" v="374"/>
          <ac:spMkLst>
            <pc:docMk/>
            <pc:sldMk cId="186909120" sldId="446"/>
            <ac:spMk id="4" creationId="{FDCCC329-C709-81A6-64C9-F30DEBA1AFA9}"/>
          </ac:spMkLst>
        </pc:spChg>
        <pc:spChg chg="mod">
          <ac:chgData name="Vantapati Raja Rajeswari" userId="223fcc0747d4cf4c" providerId="LiveId" clId="{EA9B350C-9F47-4470-AC9B-4BCC23D58C3E}" dt="2026-03-12T12:46:22.603" v="492"/>
          <ac:spMkLst>
            <pc:docMk/>
            <pc:sldMk cId="186909120" sldId="446"/>
            <ac:spMk id="5" creationId="{A76B96D2-F51D-E36F-7D97-D62317F3C66A}"/>
          </ac:spMkLst>
        </pc:spChg>
      </pc:sldChg>
      <pc:sldChg chg="modSp">
        <pc:chgData name="Vantapati Raja Rajeswari" userId="223fcc0747d4cf4c" providerId="LiveId" clId="{EA9B350C-9F47-4470-AC9B-4BCC23D58C3E}" dt="2026-03-12T12:19:05.152" v="377"/>
        <pc:sldMkLst>
          <pc:docMk/>
          <pc:sldMk cId="2010139366" sldId="447"/>
        </pc:sldMkLst>
        <pc:spChg chg="mod">
          <ac:chgData name="Vantapati Raja Rajeswari" userId="223fcc0747d4cf4c" providerId="LiveId" clId="{EA9B350C-9F47-4470-AC9B-4BCC23D58C3E}" dt="2026-03-12T12:19:05.152" v="377"/>
          <ac:spMkLst>
            <pc:docMk/>
            <pc:sldMk cId="2010139366" sldId="447"/>
            <ac:spMk id="2" creationId="{B0C0636E-CBBB-8461-454B-DC5D031E3775}"/>
          </ac:spMkLst>
        </pc:spChg>
      </pc:sldChg>
      <pc:sldChg chg="modSp">
        <pc:chgData name="Vantapati Raja Rajeswari" userId="223fcc0747d4cf4c" providerId="LiveId" clId="{EA9B350C-9F47-4470-AC9B-4BCC23D58C3E}" dt="2026-03-12T12:19:09.142" v="378"/>
        <pc:sldMkLst>
          <pc:docMk/>
          <pc:sldMk cId="1843426387" sldId="448"/>
        </pc:sldMkLst>
        <pc:spChg chg="mod">
          <ac:chgData name="Vantapati Raja Rajeswari" userId="223fcc0747d4cf4c" providerId="LiveId" clId="{EA9B350C-9F47-4470-AC9B-4BCC23D58C3E}" dt="2026-03-12T12:19:09.142" v="378"/>
          <ac:spMkLst>
            <pc:docMk/>
            <pc:sldMk cId="1843426387" sldId="448"/>
            <ac:spMk id="2" creationId="{021D6026-86B8-9722-8315-CC156FEA49E4}"/>
          </ac:spMkLst>
        </pc:spChg>
      </pc:sldChg>
      <pc:sldChg chg="modSp">
        <pc:chgData name="Vantapati Raja Rajeswari" userId="223fcc0747d4cf4c" providerId="LiveId" clId="{EA9B350C-9F47-4470-AC9B-4BCC23D58C3E}" dt="2026-03-12T12:19:21.144" v="382"/>
        <pc:sldMkLst>
          <pc:docMk/>
          <pc:sldMk cId="1331753469" sldId="449"/>
        </pc:sldMkLst>
        <pc:spChg chg="mod">
          <ac:chgData name="Vantapati Raja Rajeswari" userId="223fcc0747d4cf4c" providerId="LiveId" clId="{EA9B350C-9F47-4470-AC9B-4BCC23D58C3E}" dt="2026-03-12T12:19:21.144" v="382"/>
          <ac:spMkLst>
            <pc:docMk/>
            <pc:sldMk cId="1331753469" sldId="449"/>
            <ac:spMk id="2" creationId="{91967763-DEAD-EE6C-48D4-75EEB7D7B1E1}"/>
          </ac:spMkLst>
        </pc:spChg>
      </pc:sldChg>
      <pc:sldChg chg="modSp">
        <pc:chgData name="Vantapati Raja Rajeswari" userId="223fcc0747d4cf4c" providerId="LiveId" clId="{EA9B350C-9F47-4470-AC9B-4BCC23D58C3E}" dt="2026-03-12T12:19:23.905" v="383"/>
        <pc:sldMkLst>
          <pc:docMk/>
          <pc:sldMk cId="3986159523" sldId="450"/>
        </pc:sldMkLst>
        <pc:spChg chg="mod">
          <ac:chgData name="Vantapati Raja Rajeswari" userId="223fcc0747d4cf4c" providerId="LiveId" clId="{EA9B350C-9F47-4470-AC9B-4BCC23D58C3E}" dt="2026-03-12T12:19:23.905" v="383"/>
          <ac:spMkLst>
            <pc:docMk/>
            <pc:sldMk cId="3986159523" sldId="450"/>
            <ac:spMk id="2" creationId="{A70933CA-4EAB-D539-B1DB-80EFB2C9B553}"/>
          </ac:spMkLst>
        </pc:spChg>
      </pc:sldChg>
      <pc:sldChg chg="modSp">
        <pc:chgData name="Vantapati Raja Rajeswari" userId="223fcc0747d4cf4c" providerId="LiveId" clId="{EA9B350C-9F47-4470-AC9B-4BCC23D58C3E}" dt="2026-03-12T12:19:30.754" v="384"/>
        <pc:sldMkLst>
          <pc:docMk/>
          <pc:sldMk cId="4027140783" sldId="451"/>
        </pc:sldMkLst>
        <pc:spChg chg="mod">
          <ac:chgData name="Vantapati Raja Rajeswari" userId="223fcc0747d4cf4c" providerId="LiveId" clId="{EA9B350C-9F47-4470-AC9B-4BCC23D58C3E}" dt="2026-03-12T12:19:30.754" v="384"/>
          <ac:spMkLst>
            <pc:docMk/>
            <pc:sldMk cId="4027140783" sldId="451"/>
            <ac:spMk id="2" creationId="{4BAF0CF7-108C-7A02-8B62-D9559874CB2D}"/>
          </ac:spMkLst>
        </pc:spChg>
      </pc:sldChg>
      <pc:sldChg chg="modSp">
        <pc:chgData name="Vantapati Raja Rajeswari" userId="223fcc0747d4cf4c" providerId="LiveId" clId="{EA9B350C-9F47-4470-AC9B-4BCC23D58C3E}" dt="2026-03-12T12:19:33.720" v="385"/>
        <pc:sldMkLst>
          <pc:docMk/>
          <pc:sldMk cId="2304832891" sldId="452"/>
        </pc:sldMkLst>
        <pc:spChg chg="mod">
          <ac:chgData name="Vantapati Raja Rajeswari" userId="223fcc0747d4cf4c" providerId="LiveId" clId="{EA9B350C-9F47-4470-AC9B-4BCC23D58C3E}" dt="2026-03-12T12:19:33.720" v="385"/>
          <ac:spMkLst>
            <pc:docMk/>
            <pc:sldMk cId="2304832891" sldId="452"/>
            <ac:spMk id="2" creationId="{EE909AE5-0473-1F7F-5425-BF9D80B3F95F}"/>
          </ac:spMkLst>
        </pc:spChg>
      </pc:sldChg>
      <pc:sldChg chg="modSp">
        <pc:chgData name="Vantapati Raja Rajeswari" userId="223fcc0747d4cf4c" providerId="LiveId" clId="{EA9B350C-9F47-4470-AC9B-4BCC23D58C3E}" dt="2026-03-12T12:19:38.542" v="387"/>
        <pc:sldMkLst>
          <pc:docMk/>
          <pc:sldMk cId="4203945208" sldId="453"/>
        </pc:sldMkLst>
        <pc:spChg chg="mod">
          <ac:chgData name="Vantapati Raja Rajeswari" userId="223fcc0747d4cf4c" providerId="LiveId" clId="{EA9B350C-9F47-4470-AC9B-4BCC23D58C3E}" dt="2026-03-12T12:19:38.542" v="387"/>
          <ac:spMkLst>
            <pc:docMk/>
            <pc:sldMk cId="4203945208" sldId="453"/>
            <ac:spMk id="2" creationId="{479FA22A-9419-A8AB-C8C8-5E6C0A0DCE29}"/>
          </ac:spMkLst>
        </pc:spChg>
      </pc:sldChg>
      <pc:sldChg chg="modSp">
        <pc:chgData name="Vantapati Raja Rajeswari" userId="223fcc0747d4cf4c" providerId="LiveId" clId="{EA9B350C-9F47-4470-AC9B-4BCC23D58C3E}" dt="2026-03-12T12:19:40.802" v="388"/>
        <pc:sldMkLst>
          <pc:docMk/>
          <pc:sldMk cId="1489247341" sldId="454"/>
        </pc:sldMkLst>
        <pc:spChg chg="mod">
          <ac:chgData name="Vantapati Raja Rajeswari" userId="223fcc0747d4cf4c" providerId="LiveId" clId="{EA9B350C-9F47-4470-AC9B-4BCC23D58C3E}" dt="2026-03-12T12:19:40.802" v="388"/>
          <ac:spMkLst>
            <pc:docMk/>
            <pc:sldMk cId="1489247341" sldId="454"/>
            <ac:spMk id="2" creationId="{1DFF6243-3606-1791-C61B-595CFAF728C8}"/>
          </ac:spMkLst>
        </pc:spChg>
      </pc:sldChg>
      <pc:sldChg chg="modSp">
        <pc:chgData name="Vantapati Raja Rajeswari" userId="223fcc0747d4cf4c" providerId="LiveId" clId="{EA9B350C-9F47-4470-AC9B-4BCC23D58C3E}" dt="2026-03-12T12:19:43.341" v="389"/>
        <pc:sldMkLst>
          <pc:docMk/>
          <pc:sldMk cId="376409887" sldId="455"/>
        </pc:sldMkLst>
        <pc:spChg chg="mod">
          <ac:chgData name="Vantapati Raja Rajeswari" userId="223fcc0747d4cf4c" providerId="LiveId" clId="{EA9B350C-9F47-4470-AC9B-4BCC23D58C3E}" dt="2026-03-12T12:19:43.341" v="389"/>
          <ac:spMkLst>
            <pc:docMk/>
            <pc:sldMk cId="376409887" sldId="455"/>
            <ac:spMk id="2" creationId="{A9ECF258-B5F9-39C2-40AC-A7C39B5B8A74}"/>
          </ac:spMkLst>
        </pc:spChg>
      </pc:sldChg>
      <pc:sldChg chg="modSp">
        <pc:chgData name="Vantapati Raja Rajeswari" userId="223fcc0747d4cf4c" providerId="LiveId" clId="{EA9B350C-9F47-4470-AC9B-4BCC23D58C3E}" dt="2026-03-12T12:19:49.860" v="390"/>
        <pc:sldMkLst>
          <pc:docMk/>
          <pc:sldMk cId="896464684" sldId="456"/>
        </pc:sldMkLst>
        <pc:spChg chg="mod">
          <ac:chgData name="Vantapati Raja Rajeswari" userId="223fcc0747d4cf4c" providerId="LiveId" clId="{EA9B350C-9F47-4470-AC9B-4BCC23D58C3E}" dt="2026-03-12T12:19:49.860" v="390"/>
          <ac:spMkLst>
            <pc:docMk/>
            <pc:sldMk cId="896464684" sldId="456"/>
            <ac:spMk id="2" creationId="{DA1B3477-48EF-5CB3-0A88-5B4E823157D3}"/>
          </ac:spMkLst>
        </pc:spChg>
      </pc:sldChg>
      <pc:sldChg chg="modSp">
        <pc:chgData name="Vantapati Raja Rajeswari" userId="223fcc0747d4cf4c" providerId="LiveId" clId="{EA9B350C-9F47-4470-AC9B-4BCC23D58C3E}" dt="2026-03-12T12:19:53.488" v="391"/>
        <pc:sldMkLst>
          <pc:docMk/>
          <pc:sldMk cId="2379580919" sldId="457"/>
        </pc:sldMkLst>
        <pc:spChg chg="mod">
          <ac:chgData name="Vantapati Raja Rajeswari" userId="223fcc0747d4cf4c" providerId="LiveId" clId="{EA9B350C-9F47-4470-AC9B-4BCC23D58C3E}" dt="2026-03-12T12:19:53.488" v="391"/>
          <ac:spMkLst>
            <pc:docMk/>
            <pc:sldMk cId="2379580919" sldId="457"/>
            <ac:spMk id="2" creationId="{2CFDB7F1-9FF2-EDA2-B59D-7CDD82DFB281}"/>
          </ac:spMkLst>
        </pc:spChg>
      </pc:sldChg>
      <pc:sldChg chg="modSp">
        <pc:chgData name="Vantapati Raja Rajeswari" userId="223fcc0747d4cf4c" providerId="LiveId" clId="{EA9B350C-9F47-4470-AC9B-4BCC23D58C3E}" dt="2026-03-12T12:19:57.550" v="392"/>
        <pc:sldMkLst>
          <pc:docMk/>
          <pc:sldMk cId="2814495139" sldId="458"/>
        </pc:sldMkLst>
        <pc:spChg chg="mod">
          <ac:chgData name="Vantapati Raja Rajeswari" userId="223fcc0747d4cf4c" providerId="LiveId" clId="{EA9B350C-9F47-4470-AC9B-4BCC23D58C3E}" dt="2026-03-12T12:19:57.550" v="392"/>
          <ac:spMkLst>
            <pc:docMk/>
            <pc:sldMk cId="2814495139" sldId="458"/>
            <ac:spMk id="2" creationId="{929824C0-57EE-E3CB-F082-E231B0A67B0B}"/>
          </ac:spMkLst>
        </pc:spChg>
      </pc:sldChg>
    </pc:docChg>
  </pc:docChgLst>
  <pc:docChgLst>
    <pc:chgData name="Vantapati Raja Rajeswari" userId="223fcc0747d4cf4c" providerId="Windows Live" clId="Web-{C62E1A76-A87D-2673-8D54-EA36E911A33B}"/>
    <pc:docChg chg="addSld modSld">
      <pc:chgData name="Vantapati Raja Rajeswari" userId="223fcc0747d4cf4c" providerId="Windows Live" clId="Web-{C62E1A76-A87D-2673-8D54-EA36E911A33B}" dt="2026-03-10T17:08:17.443" v="155"/>
      <pc:docMkLst>
        <pc:docMk/>
      </pc:docMkLst>
      <pc:sldChg chg="modSp">
        <pc:chgData name="Vantapati Raja Rajeswari" userId="223fcc0747d4cf4c" providerId="Windows Live" clId="Web-{C62E1A76-A87D-2673-8D54-EA36E911A33B}" dt="2026-03-10T17:06:13.708" v="117"/>
        <pc:sldMkLst>
          <pc:docMk/>
          <pc:sldMk cId="0" sldId="267"/>
        </pc:sldMkLst>
        <pc:graphicFrameChg chg="mod modGraphic">
          <ac:chgData name="Vantapati Raja Rajeswari" userId="223fcc0747d4cf4c" providerId="Windows Live" clId="Web-{C62E1A76-A87D-2673-8D54-EA36E911A33B}" dt="2026-03-10T17:06:13.708" v="117"/>
          <ac:graphicFrameMkLst>
            <pc:docMk/>
            <pc:sldMk cId="0" sldId="267"/>
            <ac:graphicFrameMk id="265" creationId="{00000000-0000-0000-0000-000000000000}"/>
          </ac:graphicFrameMkLst>
        </pc:graphicFrameChg>
      </pc:sldChg>
      <pc:sldChg chg="modSp">
        <pc:chgData name="Vantapati Raja Rajeswari" userId="223fcc0747d4cf4c" providerId="Windows Live" clId="Web-{C62E1A76-A87D-2673-8D54-EA36E911A33B}" dt="2026-03-10T16:52:40.787" v="33" actId="1076"/>
        <pc:sldMkLst>
          <pc:docMk/>
          <pc:sldMk cId="1331753469" sldId="449"/>
        </pc:sldMkLst>
        <pc:spChg chg="mod">
          <ac:chgData name="Vantapati Raja Rajeswari" userId="223fcc0747d4cf4c" providerId="Windows Live" clId="Web-{C62E1A76-A87D-2673-8D54-EA36E911A33B}" dt="2026-03-10T16:50:17.646" v="2" actId="20577"/>
          <ac:spMkLst>
            <pc:docMk/>
            <pc:sldMk cId="1331753469" sldId="449"/>
            <ac:spMk id="1257" creationId="{23FA623F-1451-907F-C156-8648C8A201B8}"/>
          </ac:spMkLst>
        </pc:spChg>
        <pc:spChg chg="mod">
          <ac:chgData name="Vantapati Raja Rajeswari" userId="223fcc0747d4cf4c" providerId="Windows Live" clId="Web-{C62E1A76-A87D-2673-8D54-EA36E911A33B}" dt="2026-03-10T16:52:40.787" v="33" actId="1076"/>
          <ac:spMkLst>
            <pc:docMk/>
            <pc:sldMk cId="1331753469" sldId="449"/>
            <ac:spMk id="1258" creationId="{34A22BC6-08BC-3B99-48BE-432E81FFF9C6}"/>
          </ac:spMkLst>
        </pc:spChg>
      </pc:sldChg>
      <pc:sldChg chg="modSp add replId">
        <pc:chgData name="Vantapati Raja Rajeswari" userId="223fcc0747d4cf4c" providerId="Windows Live" clId="Web-{C62E1A76-A87D-2673-8D54-EA36E911A33B}" dt="2026-03-10T17:00:53.052" v="94" actId="1076"/>
        <pc:sldMkLst>
          <pc:docMk/>
          <pc:sldMk cId="3986159523" sldId="450"/>
        </pc:sldMkLst>
        <pc:spChg chg="mod">
          <ac:chgData name="Vantapati Raja Rajeswari" userId="223fcc0747d4cf4c" providerId="Windows Live" clId="Web-{C62E1A76-A87D-2673-8D54-EA36E911A33B}" dt="2026-03-10T16:54:36.677" v="50" actId="20577"/>
          <ac:spMkLst>
            <pc:docMk/>
            <pc:sldMk cId="3986159523" sldId="450"/>
            <ac:spMk id="1257" creationId="{A70EB434-3183-DFF1-87CE-BE126D1DF78E}"/>
          </ac:spMkLst>
        </pc:spChg>
        <pc:spChg chg="mod">
          <ac:chgData name="Vantapati Raja Rajeswari" userId="223fcc0747d4cf4c" providerId="Windows Live" clId="Web-{C62E1A76-A87D-2673-8D54-EA36E911A33B}" dt="2026-03-10T17:00:53.052" v="94" actId="1076"/>
          <ac:spMkLst>
            <pc:docMk/>
            <pc:sldMk cId="3986159523" sldId="450"/>
            <ac:spMk id="1258" creationId="{848F3741-C725-9074-7841-33C3B37F5046}"/>
          </ac:spMkLst>
        </pc:spChg>
      </pc:sldChg>
    </pc:docChg>
  </pc:docChgLst>
  <pc:docChgLst>
    <pc:chgData name="Vantapati Raja Rajeswari" userId="223fcc0747d4cf4c" providerId="Windows Live" clId="Web-{67E3116C-FB7C-6D1B-B3A8-768A1060C33F}"/>
    <pc:docChg chg="modSld">
      <pc:chgData name="Vantapati Raja Rajeswari" userId="223fcc0747d4cf4c" providerId="Windows Live" clId="Web-{67E3116C-FB7C-6D1B-B3A8-768A1060C33F}" dt="2026-03-12T09:52:05.591" v="69"/>
      <pc:docMkLst>
        <pc:docMk/>
      </pc:docMkLst>
      <pc:sldChg chg="modSp">
        <pc:chgData name="Vantapati Raja Rajeswari" userId="223fcc0747d4cf4c" providerId="Windows Live" clId="Web-{67E3116C-FB7C-6D1B-B3A8-768A1060C33F}" dt="2026-03-12T09:38:42.538" v="28" actId="20577"/>
        <pc:sldMkLst>
          <pc:docMk/>
          <pc:sldMk cId="1331753469" sldId="449"/>
        </pc:sldMkLst>
        <pc:spChg chg="mod">
          <ac:chgData name="Vantapati Raja Rajeswari" userId="223fcc0747d4cf4c" providerId="Windows Live" clId="Web-{67E3116C-FB7C-6D1B-B3A8-768A1060C33F}" dt="2026-03-12T09:38:42.538" v="28" actId="20577"/>
          <ac:spMkLst>
            <pc:docMk/>
            <pc:sldMk cId="1331753469" sldId="449"/>
            <ac:spMk id="1258" creationId="{34A22BC6-08BC-3B99-48BE-432E81FFF9C6}"/>
          </ac:spMkLst>
        </pc:spChg>
      </pc:sldChg>
      <pc:sldChg chg="addSp delSp modSp">
        <pc:chgData name="Vantapati Raja Rajeswari" userId="223fcc0747d4cf4c" providerId="Windows Live" clId="Web-{67E3116C-FB7C-6D1B-B3A8-768A1060C33F}" dt="2026-03-12T09:52:05.591" v="69"/>
        <pc:sldMkLst>
          <pc:docMk/>
          <pc:sldMk cId="3986159523" sldId="450"/>
        </pc:sldMkLst>
        <pc:spChg chg="add del mod">
          <ac:chgData name="Vantapati Raja Rajeswari" userId="223fcc0747d4cf4c" providerId="Windows Live" clId="Web-{67E3116C-FB7C-6D1B-B3A8-768A1060C33F}" dt="2026-03-12T09:47:41.035" v="56"/>
          <ac:spMkLst>
            <pc:docMk/>
            <pc:sldMk cId="3986159523" sldId="450"/>
            <ac:spMk id="3" creationId="{B73C3CF8-4AB5-3497-9E44-8CA21DA920E3}"/>
          </ac:spMkLst>
        </pc:spChg>
        <pc:spChg chg="add del mod">
          <ac:chgData name="Vantapati Raja Rajeswari" userId="223fcc0747d4cf4c" providerId="Windows Live" clId="Web-{67E3116C-FB7C-6D1B-B3A8-768A1060C33F}" dt="2026-03-12T09:52:01.247" v="68"/>
          <ac:spMkLst>
            <pc:docMk/>
            <pc:sldMk cId="3986159523" sldId="450"/>
            <ac:spMk id="7" creationId="{D35C695D-7A39-F069-AEAE-5745EB3D3232}"/>
          </ac:spMkLst>
        </pc:spChg>
        <pc:spChg chg="mod">
          <ac:chgData name="Vantapati Raja Rajeswari" userId="223fcc0747d4cf4c" providerId="Windows Live" clId="Web-{67E3116C-FB7C-6D1B-B3A8-768A1060C33F}" dt="2026-03-12T09:39:18.274" v="31" actId="20577"/>
          <ac:spMkLst>
            <pc:docMk/>
            <pc:sldMk cId="3986159523" sldId="450"/>
            <ac:spMk id="1257" creationId="{A70EB434-3183-DFF1-87CE-BE126D1DF78E}"/>
          </ac:spMkLst>
        </pc:spChg>
        <pc:spChg chg="add del mod">
          <ac:chgData name="Vantapati Raja Rajeswari" userId="223fcc0747d4cf4c" providerId="Windows Live" clId="Web-{67E3116C-FB7C-6D1B-B3A8-768A1060C33F}" dt="2026-03-12T09:52:05.591" v="69"/>
          <ac:spMkLst>
            <pc:docMk/>
            <pc:sldMk cId="3986159523" sldId="450"/>
            <ac:spMk id="1258" creationId="{848F3741-C725-9074-7841-33C3B37F5046}"/>
          </ac:spMkLst>
        </pc:spChg>
        <pc:picChg chg="add del mod">
          <ac:chgData name="Vantapati Raja Rajeswari" userId="223fcc0747d4cf4c" providerId="Windows Live" clId="Web-{67E3116C-FB7C-6D1B-B3A8-768A1060C33F}" dt="2026-03-12T09:51:33.510" v="62"/>
          <ac:picMkLst>
            <pc:docMk/>
            <pc:sldMk cId="3986159523" sldId="450"/>
            <ac:picMk id="4" creationId="{395AE39D-9736-1E5D-0B41-8CA90341A002}"/>
          </ac:picMkLst>
        </pc:picChg>
      </pc:sldChg>
    </pc:docChg>
  </pc:docChgLst>
  <pc:docChgLst>
    <pc:chgData name="Vantapati Raja Rajeswari" userId="223fcc0747d4cf4c" providerId="Windows Live" clId="Web-{D00DD346-ED94-29B3-7BCA-9255410D4FDB}"/>
    <pc:docChg chg="addSld delSld modSld modMainMaster">
      <pc:chgData name="Vantapati Raja Rajeswari" userId="223fcc0747d4cf4c" providerId="Windows Live" clId="Web-{D00DD346-ED94-29B3-7BCA-9255410D4FDB}" dt="2026-03-10T12:36:06.219" v="411" actId="20577"/>
      <pc:docMkLst>
        <pc:docMk/>
      </pc:docMkLst>
      <pc:sldChg chg="addSp delSp modSp">
        <pc:chgData name="Vantapati Raja Rajeswari" userId="223fcc0747d4cf4c" providerId="Windows Live" clId="Web-{D00DD346-ED94-29B3-7BCA-9255410D4FDB}" dt="2026-03-10T12:14:46.521" v="334"/>
        <pc:sldMkLst>
          <pc:docMk/>
          <pc:sldMk cId="0" sldId="256"/>
        </pc:sldMkLst>
        <pc:spChg chg="add del mod">
          <ac:chgData name="Vantapati Raja Rajeswari" userId="223fcc0747d4cf4c" providerId="Windows Live" clId="Web-{D00DD346-ED94-29B3-7BCA-9255410D4FDB}" dt="2026-03-10T12:14:46.521" v="334"/>
          <ac:spMkLst>
            <pc:docMk/>
            <pc:sldMk cId="0" sldId="256"/>
            <ac:spMk id="5" creationId="{2847561C-467D-51B5-2E9E-F9B85ABF53AD}"/>
          </ac:spMkLst>
        </pc:spChg>
      </pc:sldChg>
      <pc:sldChg chg="addSp delSp modSp">
        <pc:chgData name="Vantapati Raja Rajeswari" userId="223fcc0747d4cf4c" providerId="Windows Live" clId="Web-{D00DD346-ED94-29B3-7BCA-9255410D4FDB}" dt="2026-03-10T12:14:46.521" v="334"/>
        <pc:sldMkLst>
          <pc:docMk/>
          <pc:sldMk cId="0" sldId="258"/>
        </pc:sldMkLst>
        <pc:spChg chg="add del mod">
          <ac:chgData name="Vantapati Raja Rajeswari" userId="223fcc0747d4cf4c" providerId="Windows Live" clId="Web-{D00DD346-ED94-29B3-7BCA-9255410D4FDB}" dt="2026-03-10T12:14:46.521" v="334"/>
          <ac:spMkLst>
            <pc:docMk/>
            <pc:sldMk cId="0" sldId="258"/>
            <ac:spMk id="3" creationId="{12A7E98E-7E01-5AC5-83C3-BA0AAE4CCA0D}"/>
          </ac:spMkLst>
        </pc:spChg>
      </pc:sldChg>
      <pc:sldChg chg="addSp modSp">
        <pc:chgData name="Vantapati Raja Rajeswari" userId="223fcc0747d4cf4c" providerId="Windows Live" clId="Web-{D00DD346-ED94-29B3-7BCA-9255410D4FDB}" dt="2026-03-10T12:13:03.521" v="329"/>
        <pc:sldMkLst>
          <pc:docMk/>
          <pc:sldMk cId="0" sldId="259"/>
        </pc:sldMkLst>
        <pc:spChg chg="add mod">
          <ac:chgData name="Vantapati Raja Rajeswari" userId="223fcc0747d4cf4c" providerId="Windows Live" clId="Web-{D00DD346-ED94-29B3-7BCA-9255410D4FDB}" dt="2026-03-10T12:13:03.521" v="329"/>
          <ac:spMkLst>
            <pc:docMk/>
            <pc:sldMk cId="0" sldId="259"/>
            <ac:spMk id="3" creationId="{8CD1DF98-FD98-04E4-6B92-5DA1F97269C3}"/>
          </ac:spMkLst>
        </pc:spChg>
        <pc:spChg chg="mod">
          <ac:chgData name="Vantapati Raja Rajeswari" userId="223fcc0747d4cf4c" providerId="Windows Live" clId="Web-{D00DD346-ED94-29B3-7BCA-9255410D4FDB}" dt="2026-03-10T12:12:34.817" v="328" actId="1076"/>
          <ac:spMkLst>
            <pc:docMk/>
            <pc:sldMk cId="0" sldId="259"/>
            <ac:spMk id="5" creationId="{00000000-0000-0000-0000-000000000000}"/>
          </ac:spMkLst>
        </pc:spChg>
        <pc:spChg chg="mod">
          <ac:chgData name="Vantapati Raja Rajeswari" userId="223fcc0747d4cf4c" providerId="Windows Live" clId="Web-{D00DD346-ED94-29B3-7BCA-9255410D4FDB}" dt="2026-03-10T11:57:19.076" v="19" actId="20577"/>
          <ac:spMkLst>
            <pc:docMk/>
            <pc:sldMk cId="0" sldId="259"/>
            <ac:spMk id="16" creationId="{00000000-0000-0000-0000-000000000000}"/>
          </ac:spMkLst>
        </pc:spChg>
      </pc:sldChg>
      <pc:sldChg chg="addSp delSp modSp">
        <pc:chgData name="Vantapati Raja Rajeswari" userId="223fcc0747d4cf4c" providerId="Windows Live" clId="Web-{D00DD346-ED94-29B3-7BCA-9255410D4FDB}" dt="2026-03-10T12:14:46.521" v="334"/>
        <pc:sldMkLst>
          <pc:docMk/>
          <pc:sldMk cId="0" sldId="260"/>
        </pc:sldMkLst>
        <pc:spChg chg="add del mod">
          <ac:chgData name="Vantapati Raja Rajeswari" userId="223fcc0747d4cf4c" providerId="Windows Live" clId="Web-{D00DD346-ED94-29B3-7BCA-9255410D4FDB}" dt="2026-03-10T12:14:46.521" v="334"/>
          <ac:spMkLst>
            <pc:docMk/>
            <pc:sldMk cId="0" sldId="260"/>
            <ac:spMk id="2" creationId="{C471EC0A-EF7F-820D-AB80-5FD585EB10D6}"/>
          </ac:spMkLst>
        </pc:spChg>
      </pc:sldChg>
      <pc:sldChg chg="addSp delSp modSp">
        <pc:chgData name="Vantapati Raja Rajeswari" userId="223fcc0747d4cf4c" providerId="Windows Live" clId="Web-{D00DD346-ED94-29B3-7BCA-9255410D4FDB}" dt="2026-03-10T12:14:46.521" v="334"/>
        <pc:sldMkLst>
          <pc:docMk/>
          <pc:sldMk cId="0" sldId="267"/>
        </pc:sldMkLst>
        <pc:spChg chg="add del mod">
          <ac:chgData name="Vantapati Raja Rajeswari" userId="223fcc0747d4cf4c" providerId="Windows Live" clId="Web-{D00DD346-ED94-29B3-7BCA-9255410D4FDB}" dt="2026-03-10T12:14:46.521" v="334"/>
          <ac:spMkLst>
            <pc:docMk/>
            <pc:sldMk cId="0" sldId="267"/>
            <ac:spMk id="3" creationId="{953655EE-610F-1A08-2827-55EFA278B644}"/>
          </ac:spMkLst>
        </pc:spChg>
      </pc:sldChg>
      <pc:sldChg chg="addSp delSp modSp">
        <pc:chgData name="Vantapati Raja Rajeswari" userId="223fcc0747d4cf4c" providerId="Windows Live" clId="Web-{D00DD346-ED94-29B3-7BCA-9255410D4FDB}" dt="2026-03-10T12:14:46.521" v="334"/>
        <pc:sldMkLst>
          <pc:docMk/>
          <pc:sldMk cId="0" sldId="358"/>
        </pc:sldMkLst>
        <pc:spChg chg="add del mod">
          <ac:chgData name="Vantapati Raja Rajeswari" userId="223fcc0747d4cf4c" providerId="Windows Live" clId="Web-{D00DD346-ED94-29B3-7BCA-9255410D4FDB}" dt="2026-03-10T12:14:46.521" v="334"/>
          <ac:spMkLst>
            <pc:docMk/>
            <pc:sldMk cId="0" sldId="358"/>
            <ac:spMk id="3" creationId="{603369A5-7543-1FDC-5068-7D886CD63DF3}"/>
          </ac:spMkLst>
        </pc:spChg>
      </pc:sldChg>
      <pc:sldChg chg="addSp delSp modSp">
        <pc:chgData name="Vantapati Raja Rajeswari" userId="223fcc0747d4cf4c" providerId="Windows Live" clId="Web-{D00DD346-ED94-29B3-7BCA-9255410D4FDB}" dt="2026-03-10T12:14:46.521" v="334"/>
        <pc:sldMkLst>
          <pc:docMk/>
          <pc:sldMk cId="0" sldId="364"/>
        </pc:sldMkLst>
        <pc:spChg chg="add del mod">
          <ac:chgData name="Vantapati Raja Rajeswari" userId="223fcc0747d4cf4c" providerId="Windows Live" clId="Web-{D00DD346-ED94-29B3-7BCA-9255410D4FDB}" dt="2026-03-10T12:14:46.521" v="334"/>
          <ac:spMkLst>
            <pc:docMk/>
            <pc:sldMk cId="0" sldId="364"/>
            <ac:spMk id="3" creationId="{7A8A9542-166A-F9E8-BB61-CA3CE9BDF847}"/>
          </ac:spMkLst>
        </pc:spChg>
      </pc:sldChg>
      <pc:sldChg chg="addSp delSp modSp">
        <pc:chgData name="Vantapati Raja Rajeswari" userId="223fcc0747d4cf4c" providerId="Windows Live" clId="Web-{D00DD346-ED94-29B3-7BCA-9255410D4FDB}" dt="2026-03-10T12:14:46.521" v="334"/>
        <pc:sldMkLst>
          <pc:docMk/>
          <pc:sldMk cId="0" sldId="419"/>
        </pc:sldMkLst>
        <pc:spChg chg="add del mod">
          <ac:chgData name="Vantapati Raja Rajeswari" userId="223fcc0747d4cf4c" providerId="Windows Live" clId="Web-{D00DD346-ED94-29B3-7BCA-9255410D4FDB}" dt="2026-03-10T12:14:46.521" v="334"/>
          <ac:spMkLst>
            <pc:docMk/>
            <pc:sldMk cId="0" sldId="419"/>
            <ac:spMk id="3" creationId="{27BE5CDC-3CBB-AB90-633A-970154711940}"/>
          </ac:spMkLst>
        </pc:spChg>
      </pc:sldChg>
      <pc:sldChg chg="addSp delSp modSp">
        <pc:chgData name="Vantapati Raja Rajeswari" userId="223fcc0747d4cf4c" providerId="Windows Live" clId="Web-{D00DD346-ED94-29B3-7BCA-9255410D4FDB}" dt="2026-03-10T12:14:46.521" v="334"/>
        <pc:sldMkLst>
          <pc:docMk/>
          <pc:sldMk cId="4018596544" sldId="435"/>
        </pc:sldMkLst>
        <pc:spChg chg="add del mod">
          <ac:chgData name="Vantapati Raja Rajeswari" userId="223fcc0747d4cf4c" providerId="Windows Live" clId="Web-{D00DD346-ED94-29B3-7BCA-9255410D4FDB}" dt="2026-03-10T12:14:46.521" v="334"/>
          <ac:spMkLst>
            <pc:docMk/>
            <pc:sldMk cId="4018596544" sldId="435"/>
            <ac:spMk id="3" creationId="{CBBB0B50-4177-DCC6-9040-55EB23E1A254}"/>
          </ac:spMkLst>
        </pc:spChg>
      </pc:sldChg>
      <pc:sldChg chg="addSp delSp modSp">
        <pc:chgData name="Vantapati Raja Rajeswari" userId="223fcc0747d4cf4c" providerId="Windows Live" clId="Web-{D00DD346-ED94-29B3-7BCA-9255410D4FDB}" dt="2026-03-10T12:14:46.521" v="334"/>
        <pc:sldMkLst>
          <pc:docMk/>
          <pc:sldMk cId="558752636" sldId="436"/>
        </pc:sldMkLst>
        <pc:spChg chg="add del mod">
          <ac:chgData name="Vantapati Raja Rajeswari" userId="223fcc0747d4cf4c" providerId="Windows Live" clId="Web-{D00DD346-ED94-29B3-7BCA-9255410D4FDB}" dt="2026-03-10T12:14:46.521" v="334"/>
          <ac:spMkLst>
            <pc:docMk/>
            <pc:sldMk cId="558752636" sldId="436"/>
            <ac:spMk id="3" creationId="{7F5C1010-B5FF-4944-B8BA-99AD114E5AE5}"/>
          </ac:spMkLst>
        </pc:spChg>
      </pc:sldChg>
      <pc:sldChg chg="addSp delSp modSp">
        <pc:chgData name="Vantapati Raja Rajeswari" userId="223fcc0747d4cf4c" providerId="Windows Live" clId="Web-{D00DD346-ED94-29B3-7BCA-9255410D4FDB}" dt="2026-03-10T12:14:46.521" v="334"/>
        <pc:sldMkLst>
          <pc:docMk/>
          <pc:sldMk cId="2239128655" sldId="437"/>
        </pc:sldMkLst>
        <pc:spChg chg="add del mod">
          <ac:chgData name="Vantapati Raja Rajeswari" userId="223fcc0747d4cf4c" providerId="Windows Live" clId="Web-{D00DD346-ED94-29B3-7BCA-9255410D4FDB}" dt="2026-03-10T12:14:46.521" v="334"/>
          <ac:spMkLst>
            <pc:docMk/>
            <pc:sldMk cId="2239128655" sldId="437"/>
            <ac:spMk id="5" creationId="{79933AC9-D4C1-30CF-9EFE-002F836EFE5A}"/>
          </ac:spMkLst>
        </pc:spChg>
      </pc:sldChg>
      <pc:sldChg chg="addSp delSp modSp">
        <pc:chgData name="Vantapati Raja Rajeswari" userId="223fcc0747d4cf4c" providerId="Windows Live" clId="Web-{D00DD346-ED94-29B3-7BCA-9255410D4FDB}" dt="2026-03-10T12:14:46.521" v="334"/>
        <pc:sldMkLst>
          <pc:docMk/>
          <pc:sldMk cId="1315135693" sldId="438"/>
        </pc:sldMkLst>
        <pc:spChg chg="add del mod">
          <ac:chgData name="Vantapati Raja Rajeswari" userId="223fcc0747d4cf4c" providerId="Windows Live" clId="Web-{D00DD346-ED94-29B3-7BCA-9255410D4FDB}" dt="2026-03-10T12:14:46.521" v="334"/>
          <ac:spMkLst>
            <pc:docMk/>
            <pc:sldMk cId="1315135693" sldId="438"/>
            <ac:spMk id="5" creationId="{651FC67D-3B08-8992-F7B5-C888F88C5D59}"/>
          </ac:spMkLst>
        </pc:spChg>
      </pc:sldChg>
      <pc:sldChg chg="addSp delSp modSp">
        <pc:chgData name="Vantapati Raja Rajeswari" userId="223fcc0747d4cf4c" providerId="Windows Live" clId="Web-{D00DD346-ED94-29B3-7BCA-9255410D4FDB}" dt="2026-03-10T12:14:46.521" v="334"/>
        <pc:sldMkLst>
          <pc:docMk/>
          <pc:sldMk cId="3574987318" sldId="439"/>
        </pc:sldMkLst>
        <pc:spChg chg="add del mod">
          <ac:chgData name="Vantapati Raja Rajeswari" userId="223fcc0747d4cf4c" providerId="Windows Live" clId="Web-{D00DD346-ED94-29B3-7BCA-9255410D4FDB}" dt="2026-03-10T12:14:46.521" v="334"/>
          <ac:spMkLst>
            <pc:docMk/>
            <pc:sldMk cId="3574987318" sldId="439"/>
            <ac:spMk id="5" creationId="{431FDD3B-E9E7-9EAB-1417-2C58F09D367D}"/>
          </ac:spMkLst>
        </pc:spChg>
      </pc:sldChg>
      <pc:sldChg chg="addSp delSp modSp">
        <pc:chgData name="Vantapati Raja Rajeswari" userId="223fcc0747d4cf4c" providerId="Windows Live" clId="Web-{D00DD346-ED94-29B3-7BCA-9255410D4FDB}" dt="2026-03-10T12:14:46.521" v="334"/>
        <pc:sldMkLst>
          <pc:docMk/>
          <pc:sldMk cId="2176604174" sldId="441"/>
        </pc:sldMkLst>
        <pc:spChg chg="add del mod">
          <ac:chgData name="Vantapati Raja Rajeswari" userId="223fcc0747d4cf4c" providerId="Windows Live" clId="Web-{D00DD346-ED94-29B3-7BCA-9255410D4FDB}" dt="2026-03-10T12:14:46.521" v="334"/>
          <ac:spMkLst>
            <pc:docMk/>
            <pc:sldMk cId="2176604174" sldId="441"/>
            <ac:spMk id="3" creationId="{B7A8BA43-D261-D2EB-1BFC-D424D9C9C161}"/>
          </ac:spMkLst>
        </pc:spChg>
      </pc:sldChg>
      <pc:sldChg chg="addSp delSp modSp add replId">
        <pc:chgData name="Vantapati Raja Rajeswari" userId="223fcc0747d4cf4c" providerId="Windows Live" clId="Web-{D00DD346-ED94-29B3-7BCA-9255410D4FDB}" dt="2026-03-10T12:16:35.099" v="371" actId="14100"/>
        <pc:sldMkLst>
          <pc:docMk/>
          <pc:sldMk cId="1127668029" sldId="443"/>
        </pc:sldMkLst>
        <pc:spChg chg="add del mod">
          <ac:chgData name="Vantapati Raja Rajeswari" userId="223fcc0747d4cf4c" providerId="Windows Live" clId="Web-{D00DD346-ED94-29B3-7BCA-9255410D4FDB}" dt="2026-03-10T12:14:46.521" v="334"/>
          <ac:spMkLst>
            <pc:docMk/>
            <pc:sldMk cId="1127668029" sldId="443"/>
            <ac:spMk id="3" creationId="{A5163FFB-9A8C-EB43-9547-69290C740FC6}"/>
          </ac:spMkLst>
        </pc:spChg>
        <pc:spChg chg="mod">
          <ac:chgData name="Vantapati Raja Rajeswari" userId="223fcc0747d4cf4c" providerId="Windows Live" clId="Web-{D00DD346-ED94-29B3-7BCA-9255410D4FDB}" dt="2026-03-10T12:16:35.099" v="371" actId="14100"/>
          <ac:spMkLst>
            <pc:docMk/>
            <pc:sldMk cId="1127668029" sldId="443"/>
            <ac:spMk id="5" creationId="{A425B01C-F486-0743-9F60-2926194E32F2}"/>
          </ac:spMkLst>
        </pc:spChg>
        <pc:spChg chg="mod">
          <ac:chgData name="Vantapati Raja Rajeswari" userId="223fcc0747d4cf4c" providerId="Windows Live" clId="Web-{D00DD346-ED94-29B3-7BCA-9255410D4FDB}" dt="2026-03-10T11:57:50.810" v="24" actId="20577"/>
          <ac:spMkLst>
            <pc:docMk/>
            <pc:sldMk cId="1127668029" sldId="443"/>
            <ac:spMk id="16" creationId="{02F68282-8FB9-9A6B-DAEE-2D6E6B6E0797}"/>
          </ac:spMkLst>
        </pc:spChg>
      </pc:sldChg>
      <pc:sldChg chg="addSp delSp modSp add replId">
        <pc:chgData name="Vantapati Raja Rajeswari" userId="223fcc0747d4cf4c" providerId="Windows Live" clId="Web-{D00DD346-ED94-29B3-7BCA-9255410D4FDB}" dt="2026-03-10T12:36:06.219" v="411" actId="20577"/>
        <pc:sldMkLst>
          <pc:docMk/>
          <pc:sldMk cId="2649624702" sldId="444"/>
        </pc:sldMkLst>
        <pc:spChg chg="add del mod">
          <ac:chgData name="Vantapati Raja Rajeswari" userId="223fcc0747d4cf4c" providerId="Windows Live" clId="Web-{D00DD346-ED94-29B3-7BCA-9255410D4FDB}" dt="2026-03-10T12:14:46.521" v="334"/>
          <ac:spMkLst>
            <pc:docMk/>
            <pc:sldMk cId="2649624702" sldId="444"/>
            <ac:spMk id="3" creationId="{41B97287-F3C6-25D7-3ADA-D165748DE84D}"/>
          </ac:spMkLst>
        </pc:spChg>
        <pc:spChg chg="mod">
          <ac:chgData name="Vantapati Raja Rajeswari" userId="223fcc0747d4cf4c" providerId="Windows Live" clId="Web-{D00DD346-ED94-29B3-7BCA-9255410D4FDB}" dt="2026-03-10T12:36:06.219" v="411" actId="20577"/>
          <ac:spMkLst>
            <pc:docMk/>
            <pc:sldMk cId="2649624702" sldId="444"/>
            <ac:spMk id="5" creationId="{2EB40ED2-CDF6-DEE7-2C41-5D48DF104379}"/>
          </ac:spMkLst>
        </pc:spChg>
        <pc:spChg chg="mod">
          <ac:chgData name="Vantapati Raja Rajeswari" userId="223fcc0747d4cf4c" providerId="Windows Live" clId="Web-{D00DD346-ED94-29B3-7BCA-9255410D4FDB}" dt="2026-03-10T12:00:46.515" v="55" actId="20577"/>
          <ac:spMkLst>
            <pc:docMk/>
            <pc:sldMk cId="2649624702" sldId="444"/>
            <ac:spMk id="16" creationId="{1CE4986E-418A-9197-9600-9219067AD9BA}"/>
          </ac:spMkLst>
        </pc:spChg>
      </pc:sldChg>
      <pc:sldMasterChg chg="mod modSldLayout">
        <pc:chgData name="Vantapati Raja Rajeswari" userId="223fcc0747d4cf4c" providerId="Windows Live" clId="Web-{D00DD346-ED94-29B3-7BCA-9255410D4FDB}" dt="2026-03-10T12:14:46.521" v="334"/>
        <pc:sldMasterMkLst>
          <pc:docMk/>
          <pc:sldMasterMk cId="0" sldId="2147483648"/>
        </pc:sldMasterMkLst>
        <pc:sldLayoutChg chg="mod">
          <pc:chgData name="Vantapati Raja Rajeswari" userId="223fcc0747d4cf4c" providerId="Windows Live" clId="Web-{D00DD346-ED94-29B3-7BCA-9255410D4FDB}" dt="2026-03-10T12:14:46.521" v="334"/>
          <pc:sldLayoutMkLst>
            <pc:docMk/>
            <pc:sldMasterMk cId="0" sldId="2147483648"/>
            <pc:sldLayoutMk cId="0" sldId="2147483649"/>
          </pc:sldLayoutMkLst>
        </pc:sldLayoutChg>
        <pc:sldLayoutChg chg="mod">
          <pc:chgData name="Vantapati Raja Rajeswari" userId="223fcc0747d4cf4c" providerId="Windows Live" clId="Web-{D00DD346-ED94-29B3-7BCA-9255410D4FDB}" dt="2026-03-10T12:14:46.521" v="334"/>
          <pc:sldLayoutMkLst>
            <pc:docMk/>
            <pc:sldMasterMk cId="0" sldId="2147483648"/>
            <pc:sldLayoutMk cId="0" sldId="2147483650"/>
          </pc:sldLayoutMkLst>
        </pc:sldLayoutChg>
        <pc:sldLayoutChg chg="mod">
          <pc:chgData name="Vantapati Raja Rajeswari" userId="223fcc0747d4cf4c" providerId="Windows Live" clId="Web-{D00DD346-ED94-29B3-7BCA-9255410D4FDB}" dt="2026-03-10T12:14:46.521" v="334"/>
          <pc:sldLayoutMkLst>
            <pc:docMk/>
            <pc:sldMasterMk cId="0" sldId="2147483648"/>
            <pc:sldLayoutMk cId="0" sldId="2147483651"/>
          </pc:sldLayoutMkLst>
        </pc:sldLayoutChg>
        <pc:sldLayoutChg chg="mod">
          <pc:chgData name="Vantapati Raja Rajeswari" userId="223fcc0747d4cf4c" providerId="Windows Live" clId="Web-{D00DD346-ED94-29B3-7BCA-9255410D4FDB}" dt="2026-03-10T12:14:46.521" v="334"/>
          <pc:sldLayoutMkLst>
            <pc:docMk/>
            <pc:sldMasterMk cId="0" sldId="2147483648"/>
            <pc:sldLayoutMk cId="0" sldId="2147483652"/>
          </pc:sldLayoutMkLst>
        </pc:sldLayoutChg>
        <pc:sldLayoutChg chg="mod">
          <pc:chgData name="Vantapati Raja Rajeswari" userId="223fcc0747d4cf4c" providerId="Windows Live" clId="Web-{D00DD346-ED94-29B3-7BCA-9255410D4FDB}" dt="2026-03-10T12:14:46.521" v="334"/>
          <pc:sldLayoutMkLst>
            <pc:docMk/>
            <pc:sldMasterMk cId="0" sldId="2147483648"/>
            <pc:sldLayoutMk cId="0" sldId="2147483653"/>
          </pc:sldLayoutMkLst>
        </pc:sldLayoutChg>
        <pc:sldLayoutChg chg="mod">
          <pc:chgData name="Vantapati Raja Rajeswari" userId="223fcc0747d4cf4c" providerId="Windows Live" clId="Web-{D00DD346-ED94-29B3-7BCA-9255410D4FDB}" dt="2026-03-10T12:14:46.521" v="334"/>
          <pc:sldLayoutMkLst>
            <pc:docMk/>
            <pc:sldMasterMk cId="0" sldId="2147483648"/>
            <pc:sldLayoutMk cId="0" sldId="2147483654"/>
          </pc:sldLayoutMkLst>
        </pc:sldLayoutChg>
        <pc:sldLayoutChg chg="mod">
          <pc:chgData name="Vantapati Raja Rajeswari" userId="223fcc0747d4cf4c" providerId="Windows Live" clId="Web-{D00DD346-ED94-29B3-7BCA-9255410D4FDB}" dt="2026-03-10T12:14:46.521" v="334"/>
          <pc:sldLayoutMkLst>
            <pc:docMk/>
            <pc:sldMasterMk cId="0" sldId="2147483648"/>
            <pc:sldLayoutMk cId="0" sldId="2147483655"/>
          </pc:sldLayoutMkLst>
        </pc:sldLayoutChg>
        <pc:sldLayoutChg chg="mod">
          <pc:chgData name="Vantapati Raja Rajeswari" userId="223fcc0747d4cf4c" providerId="Windows Live" clId="Web-{D00DD346-ED94-29B3-7BCA-9255410D4FDB}" dt="2026-03-10T12:14:46.521" v="334"/>
          <pc:sldLayoutMkLst>
            <pc:docMk/>
            <pc:sldMasterMk cId="0" sldId="2147483648"/>
            <pc:sldLayoutMk cId="0" sldId="2147483656"/>
          </pc:sldLayoutMkLst>
        </pc:sldLayoutChg>
        <pc:sldLayoutChg chg="mod">
          <pc:chgData name="Vantapati Raja Rajeswari" userId="223fcc0747d4cf4c" providerId="Windows Live" clId="Web-{D00DD346-ED94-29B3-7BCA-9255410D4FDB}" dt="2026-03-10T12:14:46.521" v="334"/>
          <pc:sldLayoutMkLst>
            <pc:docMk/>
            <pc:sldMasterMk cId="0" sldId="2147483648"/>
            <pc:sldLayoutMk cId="0" sldId="2147483657"/>
          </pc:sldLayoutMkLst>
        </pc:sldLayoutChg>
        <pc:sldLayoutChg chg="mod">
          <pc:chgData name="Vantapati Raja Rajeswari" userId="223fcc0747d4cf4c" providerId="Windows Live" clId="Web-{D00DD346-ED94-29B3-7BCA-9255410D4FDB}" dt="2026-03-10T12:14:46.521" v="334"/>
          <pc:sldLayoutMkLst>
            <pc:docMk/>
            <pc:sldMasterMk cId="0" sldId="2147483648"/>
            <pc:sldLayoutMk cId="0" sldId="2147483658"/>
          </pc:sldLayoutMkLst>
        </pc:sldLayoutChg>
        <pc:sldLayoutChg chg="mod">
          <pc:chgData name="Vantapati Raja Rajeswari" userId="223fcc0747d4cf4c" providerId="Windows Live" clId="Web-{D00DD346-ED94-29B3-7BCA-9255410D4FDB}" dt="2026-03-10T12:14:46.521" v="334"/>
          <pc:sldLayoutMkLst>
            <pc:docMk/>
            <pc:sldMasterMk cId="0" sldId="2147483648"/>
            <pc:sldLayoutMk cId="0" sldId="2147483659"/>
          </pc:sldLayoutMkLst>
        </pc:sldLayoutChg>
      </pc:sldMasterChg>
    </pc:docChg>
  </pc:docChgLst>
  <pc:docChgLst>
    <pc:chgData name="Vantapati Raja Rajeswari" userId="223fcc0747d4cf4c" providerId="Windows Live" clId="Web-{8A1C69C2-C9EF-F307-0B9C-B7A937B07D1D}"/>
    <pc:docChg chg="addSld delSld modSld sldOrd">
      <pc:chgData name="Vantapati Raja Rajeswari" userId="223fcc0747d4cf4c" providerId="Windows Live" clId="Web-{8A1C69C2-C9EF-F307-0B9C-B7A937B07D1D}" dt="2026-03-10T16:42:21.841" v="900"/>
      <pc:docMkLst>
        <pc:docMk/>
      </pc:docMkLst>
      <pc:sldChg chg="modSp">
        <pc:chgData name="Vantapati Raja Rajeswari" userId="223fcc0747d4cf4c" providerId="Windows Live" clId="Web-{8A1C69C2-C9EF-F307-0B9C-B7A937B07D1D}" dt="2026-03-10T14:37:50.172" v="403"/>
        <pc:sldMkLst>
          <pc:docMk/>
          <pc:sldMk cId="0" sldId="267"/>
        </pc:sldMkLst>
        <pc:graphicFrameChg chg="mod modGraphic">
          <ac:chgData name="Vantapati Raja Rajeswari" userId="223fcc0747d4cf4c" providerId="Windows Live" clId="Web-{8A1C69C2-C9EF-F307-0B9C-B7A937B07D1D}" dt="2026-03-10T14:37:50.172" v="403"/>
          <ac:graphicFrameMkLst>
            <pc:docMk/>
            <pc:sldMk cId="0" sldId="267"/>
            <ac:graphicFrameMk id="265" creationId="{00000000-0000-0000-0000-000000000000}"/>
          </ac:graphicFrameMkLst>
        </pc:graphicFrameChg>
      </pc:sldChg>
      <pc:sldChg chg="delSp modSp add del mod ord modShow">
        <pc:chgData name="Vantapati Raja Rajeswari" userId="223fcc0747d4cf4c" providerId="Windows Live" clId="Web-{8A1C69C2-C9EF-F307-0B9C-B7A937B07D1D}" dt="2026-03-10T16:42:21.841" v="900"/>
        <pc:sldMkLst>
          <pc:docMk/>
          <pc:sldMk cId="2239128655" sldId="437"/>
        </pc:sldMkLst>
        <pc:spChg chg="mod">
          <ac:chgData name="Vantapati Raja Rajeswari" userId="223fcc0747d4cf4c" providerId="Windows Live" clId="Web-{8A1C69C2-C9EF-F307-0B9C-B7A937B07D1D}" dt="2026-03-10T16:42:07.825" v="898" actId="20577"/>
          <ac:spMkLst>
            <pc:docMk/>
            <pc:sldMk cId="2239128655" sldId="437"/>
            <ac:spMk id="1258" creationId="{00000000-0000-0000-0000-000000000000}"/>
          </ac:spMkLst>
        </pc:spChg>
      </pc:sldChg>
      <pc:sldChg chg="delSp modSp add del ord">
        <pc:chgData name="Vantapati Raja Rajeswari" userId="223fcc0747d4cf4c" providerId="Windows Live" clId="Web-{8A1C69C2-C9EF-F307-0B9C-B7A937B07D1D}" dt="2026-03-10T16:39:42.477" v="867" actId="20577"/>
        <pc:sldMkLst>
          <pc:docMk/>
          <pc:sldMk cId="1315135693" sldId="438"/>
        </pc:sldMkLst>
        <pc:spChg chg="mod">
          <ac:chgData name="Vantapati Raja Rajeswari" userId="223fcc0747d4cf4c" providerId="Windows Live" clId="Web-{8A1C69C2-C9EF-F307-0B9C-B7A937B07D1D}" dt="2026-03-10T16:39:42.477" v="867" actId="20577"/>
          <ac:spMkLst>
            <pc:docMk/>
            <pc:sldMk cId="1315135693" sldId="438"/>
            <ac:spMk id="1258" creationId="{00000000-0000-0000-0000-000000000000}"/>
          </ac:spMkLst>
        </pc:spChg>
      </pc:sldChg>
      <pc:sldChg chg="delSp modSp ord">
        <pc:chgData name="Vantapati Raja Rajeswari" userId="223fcc0747d4cf4c" providerId="Windows Live" clId="Web-{8A1C69C2-C9EF-F307-0B9C-B7A937B07D1D}" dt="2026-03-10T15:18:39.143" v="701" actId="20577"/>
        <pc:sldMkLst>
          <pc:docMk/>
          <pc:sldMk cId="3574987318" sldId="439"/>
        </pc:sldMkLst>
        <pc:spChg chg="mod">
          <ac:chgData name="Vantapati Raja Rajeswari" userId="223fcc0747d4cf4c" providerId="Windows Live" clId="Web-{8A1C69C2-C9EF-F307-0B9C-B7A937B07D1D}" dt="2026-03-10T15:18:39.143" v="701" actId="20577"/>
          <ac:spMkLst>
            <pc:docMk/>
            <pc:sldMk cId="3574987318" sldId="439"/>
            <ac:spMk id="1258" creationId="{00000000-0000-0000-0000-000000000000}"/>
          </ac:spMkLst>
        </pc:spChg>
      </pc:sldChg>
      <pc:sldChg chg="modSp">
        <pc:chgData name="Vantapati Raja Rajeswari" userId="223fcc0747d4cf4c" providerId="Windows Live" clId="Web-{8A1C69C2-C9EF-F307-0B9C-B7A937B07D1D}" dt="2026-03-10T13:56:12.482" v="1" actId="20577"/>
        <pc:sldMkLst>
          <pc:docMk/>
          <pc:sldMk cId="2649624702" sldId="444"/>
        </pc:sldMkLst>
        <pc:spChg chg="mod">
          <ac:chgData name="Vantapati Raja Rajeswari" userId="223fcc0747d4cf4c" providerId="Windows Live" clId="Web-{8A1C69C2-C9EF-F307-0B9C-B7A937B07D1D}" dt="2026-03-10T13:56:12.482" v="1" actId="20577"/>
          <ac:spMkLst>
            <pc:docMk/>
            <pc:sldMk cId="2649624702" sldId="444"/>
            <ac:spMk id="5" creationId="{2EB40ED2-CDF6-DEE7-2C41-5D48DF104379}"/>
          </ac:spMkLst>
        </pc:spChg>
      </pc:sldChg>
      <pc:sldChg chg="modSp add replId">
        <pc:chgData name="Vantapati Raja Rajeswari" userId="223fcc0747d4cf4c" providerId="Windows Live" clId="Web-{8A1C69C2-C9EF-F307-0B9C-B7A937B07D1D}" dt="2026-03-10T13:58:51.966" v="36" actId="20577"/>
        <pc:sldMkLst>
          <pc:docMk/>
          <pc:sldMk cId="3029279258" sldId="445"/>
        </pc:sldMkLst>
        <pc:spChg chg="mod">
          <ac:chgData name="Vantapati Raja Rajeswari" userId="223fcc0747d4cf4c" providerId="Windows Live" clId="Web-{8A1C69C2-C9EF-F307-0B9C-B7A937B07D1D}" dt="2026-03-10T13:58:23.966" v="33" actId="14100"/>
          <ac:spMkLst>
            <pc:docMk/>
            <pc:sldMk cId="3029279258" sldId="445"/>
            <ac:spMk id="5" creationId="{81C4BE3E-9752-EC5C-8278-FAC9B79534A6}"/>
          </ac:spMkLst>
        </pc:spChg>
        <pc:spChg chg="mod">
          <ac:chgData name="Vantapati Raja Rajeswari" userId="223fcc0747d4cf4c" providerId="Windows Live" clId="Web-{8A1C69C2-C9EF-F307-0B9C-B7A937B07D1D}" dt="2026-03-10T13:58:51.966" v="36" actId="20577"/>
          <ac:spMkLst>
            <pc:docMk/>
            <pc:sldMk cId="3029279258" sldId="445"/>
            <ac:spMk id="16" creationId="{406C88BD-E08E-7CB9-AB54-0ED772CDE00F}"/>
          </ac:spMkLst>
        </pc:spChg>
      </pc:sldChg>
      <pc:sldChg chg="modSp add replId">
        <pc:chgData name="Vantapati Raja Rajeswari" userId="223fcc0747d4cf4c" providerId="Windows Live" clId="Web-{8A1C69C2-C9EF-F307-0B9C-B7A937B07D1D}" dt="2026-03-10T14:03:40.857" v="271" actId="20577"/>
        <pc:sldMkLst>
          <pc:docMk/>
          <pc:sldMk cId="186909120" sldId="446"/>
        </pc:sldMkLst>
        <pc:spChg chg="mod">
          <ac:chgData name="Vantapati Raja Rajeswari" userId="223fcc0747d4cf4c" providerId="Windows Live" clId="Web-{8A1C69C2-C9EF-F307-0B9C-B7A937B07D1D}" dt="2026-03-10T14:03:40.857" v="271" actId="20577"/>
          <ac:spMkLst>
            <pc:docMk/>
            <pc:sldMk cId="186909120" sldId="446"/>
            <ac:spMk id="5" creationId="{A76B96D2-F51D-E36F-7D97-D62317F3C66A}"/>
          </ac:spMkLst>
        </pc:spChg>
        <pc:spChg chg="mod">
          <ac:chgData name="Vantapati Raja Rajeswari" userId="223fcc0747d4cf4c" providerId="Windows Live" clId="Web-{8A1C69C2-C9EF-F307-0B9C-B7A937B07D1D}" dt="2026-03-10T13:59:19.904" v="40" actId="20577"/>
          <ac:spMkLst>
            <pc:docMk/>
            <pc:sldMk cId="186909120" sldId="446"/>
            <ac:spMk id="16" creationId="{8EC12D36-93FA-5C00-B8CD-4E8126BB972E}"/>
          </ac:spMkLst>
        </pc:spChg>
      </pc:sldChg>
      <pc:sldChg chg="modSp add replId">
        <pc:chgData name="Vantapati Raja Rajeswari" userId="223fcc0747d4cf4c" providerId="Windows Live" clId="Web-{8A1C69C2-C9EF-F307-0B9C-B7A937B07D1D}" dt="2026-03-10T14:52:06.939" v="555" actId="20577"/>
        <pc:sldMkLst>
          <pc:docMk/>
          <pc:sldMk cId="2010139366" sldId="447"/>
        </pc:sldMkLst>
        <pc:spChg chg="mod">
          <ac:chgData name="Vantapati Raja Rajeswari" userId="223fcc0747d4cf4c" providerId="Windows Live" clId="Web-{8A1C69C2-C9EF-F307-0B9C-B7A937B07D1D}" dt="2026-03-10T14:52:06.939" v="555" actId="20577"/>
          <ac:spMkLst>
            <pc:docMk/>
            <pc:sldMk cId="2010139366" sldId="447"/>
            <ac:spMk id="309" creationId="{10A27695-A21E-61B2-E4C8-7494516D5E2B}"/>
          </ac:spMkLst>
        </pc:spChg>
      </pc:sldChg>
      <pc:sldChg chg="addSp delSp modSp add replId">
        <pc:chgData name="Vantapati Raja Rajeswari" userId="223fcc0747d4cf4c" providerId="Windows Live" clId="Web-{8A1C69C2-C9EF-F307-0B9C-B7A937B07D1D}" dt="2026-03-10T14:55:51.267" v="591" actId="1076"/>
        <pc:sldMkLst>
          <pc:docMk/>
          <pc:sldMk cId="1843426387" sldId="448"/>
        </pc:sldMkLst>
        <pc:spChg chg="add mod">
          <ac:chgData name="Vantapati Raja Rajeswari" userId="223fcc0747d4cf4c" providerId="Windows Live" clId="Web-{8A1C69C2-C9EF-F307-0B9C-B7A937B07D1D}" dt="2026-03-10T14:55:51.267" v="591" actId="1076"/>
          <ac:spMkLst>
            <pc:docMk/>
            <pc:sldMk cId="1843426387" sldId="448"/>
            <ac:spMk id="5" creationId="{FF599654-14E5-F29C-13D0-4988A3DE6F52}"/>
          </ac:spMkLst>
        </pc:spChg>
        <pc:spChg chg="mod">
          <ac:chgData name="Vantapati Raja Rajeswari" userId="223fcc0747d4cf4c" providerId="Windows Live" clId="Web-{8A1C69C2-C9EF-F307-0B9C-B7A937B07D1D}" dt="2026-03-10T14:54:42.892" v="578" actId="20577"/>
          <ac:spMkLst>
            <pc:docMk/>
            <pc:sldMk cId="1843426387" sldId="448"/>
            <ac:spMk id="9" creationId="{937E7718-B30E-EB93-992B-810B8AB50FD5}"/>
          </ac:spMkLst>
        </pc:spChg>
        <pc:picChg chg="add mod ord">
          <ac:chgData name="Vantapati Raja Rajeswari" userId="223fcc0747d4cf4c" providerId="Windows Live" clId="Web-{8A1C69C2-C9EF-F307-0B9C-B7A937B07D1D}" dt="2026-03-10T14:54:09.704" v="574"/>
          <ac:picMkLst>
            <pc:docMk/>
            <pc:sldMk cId="1843426387" sldId="448"/>
            <ac:picMk id="4" creationId="{015A08F4-F03A-D19D-9B15-7ADE4F8EC16F}"/>
          </ac:picMkLst>
        </pc:picChg>
      </pc:sldChg>
    </pc:docChg>
  </pc:docChgLst>
  <pc:docChgLst>
    <pc:chgData name="Vantapati Raja Rajeswari" userId="223fcc0747d4cf4c" providerId="Windows Live" clId="Web-{5F79FEDD-1B3F-D139-6FB5-B4AB70C1E6A3}"/>
    <pc:docChg chg="modSld">
      <pc:chgData name="Vantapati Raja Rajeswari" userId="223fcc0747d4cf4c" providerId="Windows Live" clId="Web-{5F79FEDD-1B3F-D139-6FB5-B4AB70C1E6A3}" dt="2026-03-12T12:15:48.860" v="1"/>
      <pc:docMkLst>
        <pc:docMk/>
      </pc:docMkLst>
      <pc:sldChg chg="addSp delSp modSp">
        <pc:chgData name="Vantapati Raja Rajeswari" userId="223fcc0747d4cf4c" providerId="Windows Live" clId="Web-{5F79FEDD-1B3F-D139-6FB5-B4AB70C1E6A3}" dt="2026-03-12T12:15:48.860" v="1"/>
        <pc:sldMkLst>
          <pc:docMk/>
          <pc:sldMk cId="0" sldId="256"/>
        </pc:sldMkLst>
        <pc:spChg chg="add del mod">
          <ac:chgData name="Vantapati Raja Rajeswari" userId="223fcc0747d4cf4c" providerId="Windows Live" clId="Web-{5F79FEDD-1B3F-D139-6FB5-B4AB70C1E6A3}" dt="2026-03-12T12:15:48.860" v="1"/>
          <ac:spMkLst>
            <pc:docMk/>
            <pc:sldMk cId="0" sldId="256"/>
            <ac:spMk id="6" creationId="{8A8C4315-7059-B705-1A5C-ADE19338A1A7}"/>
          </ac:spMkLst>
        </pc:spChg>
      </pc:sldChg>
    </pc:docChg>
  </pc:docChgLst>
  <pc:docChgLst>
    <pc:chgData name="Vantapati Raja Rajeswari" userId="223fcc0747d4cf4c" providerId="Windows Live" clId="Web-{12751820-DBCF-9D13-4DC7-2E31401D208C}"/>
    <pc:docChg chg="addSld delSld modSld">
      <pc:chgData name="Vantapati Raja Rajeswari" userId="223fcc0747d4cf4c" providerId="Windows Live" clId="Web-{12751820-DBCF-9D13-4DC7-2E31401D208C}" dt="2026-03-12T12:11:41.553" v="848" actId="20577"/>
      <pc:docMkLst>
        <pc:docMk/>
      </pc:docMkLst>
      <pc:sldChg chg="modSp">
        <pc:chgData name="Vantapati Raja Rajeswari" userId="223fcc0747d4cf4c" providerId="Windows Live" clId="Web-{12751820-DBCF-9D13-4DC7-2E31401D208C}" dt="2026-03-12T12:11:41.553" v="848" actId="20577"/>
        <pc:sldMkLst>
          <pc:docMk/>
          <pc:sldMk cId="0" sldId="256"/>
        </pc:sldMkLst>
        <pc:spChg chg="mod">
          <ac:chgData name="Vantapati Raja Rajeswari" userId="223fcc0747d4cf4c" providerId="Windows Live" clId="Web-{12751820-DBCF-9D13-4DC7-2E31401D208C}" dt="2026-03-12T12:11:41.553" v="848" actId="20577"/>
          <ac:spMkLst>
            <pc:docMk/>
            <pc:sldMk cId="0" sldId="256"/>
            <ac:spMk id="163" creationId="{00000000-0000-0000-0000-000000000000}"/>
          </ac:spMkLst>
        </pc:spChg>
      </pc:sldChg>
      <pc:sldChg chg="del">
        <pc:chgData name="Vantapati Raja Rajeswari" userId="223fcc0747d4cf4c" providerId="Windows Live" clId="Web-{12751820-DBCF-9D13-4DC7-2E31401D208C}" dt="2026-03-12T10:51:42.317" v="327"/>
        <pc:sldMkLst>
          <pc:docMk/>
          <pc:sldMk cId="0" sldId="270"/>
        </pc:sldMkLst>
      </pc:sldChg>
      <pc:sldChg chg="addSp delSp modSp mod modShow">
        <pc:chgData name="Vantapati Raja Rajeswari" userId="223fcc0747d4cf4c" providerId="Windows Live" clId="Web-{12751820-DBCF-9D13-4DC7-2E31401D208C}" dt="2026-03-12T10:59:47.234" v="364" actId="14100"/>
        <pc:sldMkLst>
          <pc:docMk/>
          <pc:sldMk cId="0" sldId="358"/>
        </pc:sldMkLst>
        <pc:spChg chg="add mod">
          <ac:chgData name="Vantapati Raja Rajeswari" userId="223fcc0747d4cf4c" providerId="Windows Live" clId="Web-{12751820-DBCF-9D13-4DC7-2E31401D208C}" dt="2026-03-12T10:46:48.886" v="318" actId="14100"/>
          <ac:spMkLst>
            <pc:docMk/>
            <pc:sldMk cId="0" sldId="358"/>
            <ac:spMk id="7" creationId="{1C097006-81D1-724E-825E-8A46C0FEEE6A}"/>
          </ac:spMkLst>
        </pc:spChg>
        <pc:spChg chg="mod">
          <ac:chgData name="Vantapati Raja Rajeswari" userId="223fcc0747d4cf4c" providerId="Windows Live" clId="Web-{12751820-DBCF-9D13-4DC7-2E31401D208C}" dt="2026-03-12T10:57:39.308" v="339" actId="20577"/>
          <ac:spMkLst>
            <pc:docMk/>
            <pc:sldMk cId="0" sldId="358"/>
            <ac:spMk id="1257" creationId="{00000000-0000-0000-0000-000000000000}"/>
          </ac:spMkLst>
        </pc:spChg>
        <pc:spChg chg="mod">
          <ac:chgData name="Vantapati Raja Rajeswari" userId="223fcc0747d4cf4c" providerId="Windows Live" clId="Web-{12751820-DBCF-9D13-4DC7-2E31401D208C}" dt="2026-03-12T10:58:45.652" v="357" actId="14100"/>
          <ac:spMkLst>
            <pc:docMk/>
            <pc:sldMk cId="0" sldId="358"/>
            <ac:spMk id="1258" creationId="{00000000-0000-0000-0000-000000000000}"/>
          </ac:spMkLst>
        </pc:spChg>
        <pc:picChg chg="add del mod">
          <ac:chgData name="Vantapati Raja Rajeswari" userId="223fcc0747d4cf4c" providerId="Windows Live" clId="Web-{12751820-DBCF-9D13-4DC7-2E31401D208C}" dt="2026-03-12T10:58:50.980" v="359"/>
          <ac:picMkLst>
            <pc:docMk/>
            <pc:sldMk cId="0" sldId="358"/>
            <ac:picMk id="4" creationId="{C0ABA6F5-9B32-6B87-B4F7-E790740B8372}"/>
          </ac:picMkLst>
        </pc:picChg>
        <pc:picChg chg="add del mod">
          <ac:chgData name="Vantapati Raja Rajeswari" userId="223fcc0747d4cf4c" providerId="Windows Live" clId="Web-{12751820-DBCF-9D13-4DC7-2E31401D208C}" dt="2026-03-12T10:44:34.253" v="304"/>
          <ac:picMkLst>
            <pc:docMk/>
            <pc:sldMk cId="0" sldId="358"/>
            <ac:picMk id="5" creationId="{BF618721-7A92-F821-E133-B81B4E05C307}"/>
          </ac:picMkLst>
        </pc:picChg>
        <pc:picChg chg="add mod">
          <ac:chgData name="Vantapati Raja Rajeswari" userId="223fcc0747d4cf4c" providerId="Windows Live" clId="Web-{12751820-DBCF-9D13-4DC7-2E31401D208C}" dt="2026-03-12T10:59:47.234" v="364" actId="14100"/>
          <ac:picMkLst>
            <pc:docMk/>
            <pc:sldMk cId="0" sldId="358"/>
            <ac:picMk id="8" creationId="{BFB264E0-7D62-6432-AFBA-57EC41A68F65}"/>
          </ac:picMkLst>
        </pc:picChg>
        <pc:cxnChg chg="add del mod">
          <ac:chgData name="Vantapati Raja Rajeswari" userId="223fcc0747d4cf4c" providerId="Windows Live" clId="Web-{12751820-DBCF-9D13-4DC7-2E31401D208C}" dt="2026-03-12T10:37:26.300" v="234" actId="1076"/>
          <ac:cxnSpMkLst>
            <pc:docMk/>
            <pc:sldMk cId="0" sldId="358"/>
            <ac:cxnSpMk id="6" creationId="{00000000-0000-0000-0000-000000000000}"/>
          </ac:cxnSpMkLst>
        </pc:cxnChg>
      </pc:sldChg>
      <pc:sldChg chg="modSp">
        <pc:chgData name="Vantapati Raja Rajeswari" userId="223fcc0747d4cf4c" providerId="Windows Live" clId="Web-{12751820-DBCF-9D13-4DC7-2E31401D208C}" dt="2026-03-12T12:09:58.797" v="836" actId="20577"/>
        <pc:sldMkLst>
          <pc:docMk/>
          <pc:sldMk cId="0" sldId="419"/>
        </pc:sldMkLst>
        <pc:spChg chg="mod">
          <ac:chgData name="Vantapati Raja Rajeswari" userId="223fcc0747d4cf4c" providerId="Windows Live" clId="Web-{12751820-DBCF-9D13-4DC7-2E31401D208C}" dt="2026-03-12T12:09:58.797" v="836" actId="20577"/>
          <ac:spMkLst>
            <pc:docMk/>
            <pc:sldMk cId="0" sldId="419"/>
            <ac:spMk id="24" creationId="{00000000-0000-0000-0000-000000000000}"/>
          </ac:spMkLst>
        </pc:spChg>
      </pc:sldChg>
      <pc:sldChg chg="modSp">
        <pc:chgData name="Vantapati Raja Rajeswari" userId="223fcc0747d4cf4c" providerId="Windows Live" clId="Web-{12751820-DBCF-9D13-4DC7-2E31401D208C}" dt="2026-03-12T12:11:35.396" v="845" actId="20577"/>
        <pc:sldMkLst>
          <pc:docMk/>
          <pc:sldMk cId="4018596544" sldId="435"/>
        </pc:sldMkLst>
        <pc:spChg chg="mod">
          <ac:chgData name="Vantapati Raja Rajeswari" userId="223fcc0747d4cf4c" providerId="Windows Live" clId="Web-{12751820-DBCF-9D13-4DC7-2E31401D208C}" dt="2026-03-12T12:11:35.396" v="845" actId="20577"/>
          <ac:spMkLst>
            <pc:docMk/>
            <pc:sldMk cId="4018596544" sldId="435"/>
            <ac:spMk id="1258" creationId="{00000000-0000-0000-0000-000000000000}"/>
          </ac:spMkLst>
        </pc:spChg>
      </pc:sldChg>
      <pc:sldChg chg="del">
        <pc:chgData name="Vantapati Raja Rajeswari" userId="223fcc0747d4cf4c" providerId="Windows Live" clId="Web-{12751820-DBCF-9D13-4DC7-2E31401D208C}" dt="2026-03-12T10:51:37.192" v="325"/>
        <pc:sldMkLst>
          <pc:docMk/>
          <pc:sldMk cId="3801866382" sldId="440"/>
        </pc:sldMkLst>
      </pc:sldChg>
      <pc:sldChg chg="del">
        <pc:chgData name="Vantapati Raja Rajeswari" userId="223fcc0747d4cf4c" providerId="Windows Live" clId="Web-{12751820-DBCF-9D13-4DC7-2E31401D208C}" dt="2026-03-12T10:51:38.255" v="326"/>
        <pc:sldMkLst>
          <pc:docMk/>
          <pc:sldMk cId="766944809" sldId="442"/>
        </pc:sldMkLst>
      </pc:sldChg>
      <pc:sldChg chg="addSp modSp">
        <pc:chgData name="Vantapati Raja Rajeswari" userId="223fcc0747d4cf4c" providerId="Windows Live" clId="Web-{12751820-DBCF-9D13-4DC7-2E31401D208C}" dt="2026-03-12T10:03:37.836" v="68" actId="20577"/>
        <pc:sldMkLst>
          <pc:docMk/>
          <pc:sldMk cId="3986159523" sldId="450"/>
        </pc:sldMkLst>
        <pc:spChg chg="add mod">
          <ac:chgData name="Vantapati Raja Rajeswari" userId="223fcc0747d4cf4c" providerId="Windows Live" clId="Web-{12751820-DBCF-9D13-4DC7-2E31401D208C}" dt="2026-03-12T09:57:17.781" v="61" actId="1076"/>
          <ac:spMkLst>
            <pc:docMk/>
            <pc:sldMk cId="3986159523" sldId="450"/>
            <ac:spMk id="4" creationId="{63463EDB-1B99-26FB-BE6D-B151AE9CF0AF}"/>
          </ac:spMkLst>
        </pc:spChg>
        <pc:spChg chg="mod">
          <ac:chgData name="Vantapati Raja Rajeswari" userId="223fcc0747d4cf4c" providerId="Windows Live" clId="Web-{12751820-DBCF-9D13-4DC7-2E31401D208C}" dt="2026-03-12T10:03:37.836" v="68" actId="20577"/>
          <ac:spMkLst>
            <pc:docMk/>
            <pc:sldMk cId="3986159523" sldId="450"/>
            <ac:spMk id="1257" creationId="{A70EB434-3183-DFF1-87CE-BE126D1DF78E}"/>
          </ac:spMkLst>
        </pc:spChg>
        <pc:spChg chg="mod">
          <ac:chgData name="Vantapati Raja Rajeswari" userId="223fcc0747d4cf4c" providerId="Windows Live" clId="Web-{12751820-DBCF-9D13-4DC7-2E31401D208C}" dt="2026-03-12T09:55:46.215" v="50" actId="14100"/>
          <ac:spMkLst>
            <pc:docMk/>
            <pc:sldMk cId="3986159523" sldId="450"/>
            <ac:spMk id="1258" creationId="{848F3741-C725-9074-7841-33C3B37F5046}"/>
          </ac:spMkLst>
        </pc:spChg>
        <pc:picChg chg="add mod">
          <ac:chgData name="Vantapati Raja Rajeswari" userId="223fcc0747d4cf4c" providerId="Windows Live" clId="Web-{12751820-DBCF-9D13-4DC7-2E31401D208C}" dt="2026-03-12T09:56:25.169" v="55" actId="1076"/>
          <ac:picMkLst>
            <pc:docMk/>
            <pc:sldMk cId="3986159523" sldId="450"/>
            <ac:picMk id="3" creationId="{3F89EA0A-699F-703F-1EB3-D29EFA10ACDF}"/>
          </ac:picMkLst>
        </pc:picChg>
      </pc:sldChg>
      <pc:sldChg chg="addSp delSp modSp add del replId">
        <pc:chgData name="Vantapati Raja Rajeswari" userId="223fcc0747d4cf4c" providerId="Windows Live" clId="Web-{12751820-DBCF-9D13-4DC7-2E31401D208C}" dt="2026-03-12T10:08:29.061" v="144" actId="1076"/>
        <pc:sldMkLst>
          <pc:docMk/>
          <pc:sldMk cId="4027140783" sldId="451"/>
        </pc:sldMkLst>
        <pc:spChg chg="mod">
          <ac:chgData name="Vantapati Raja Rajeswari" userId="223fcc0747d4cf4c" providerId="Windows Live" clId="Web-{12751820-DBCF-9D13-4DC7-2E31401D208C}" dt="2026-03-12T10:08:29.061" v="144" actId="1076"/>
          <ac:spMkLst>
            <pc:docMk/>
            <pc:sldMk cId="4027140783" sldId="451"/>
            <ac:spMk id="4" creationId="{F4239F72-1BBD-D3FA-A0CD-3D48643CBA81}"/>
          </ac:spMkLst>
        </pc:spChg>
        <pc:spChg chg="mod">
          <ac:chgData name="Vantapati Raja Rajeswari" userId="223fcc0747d4cf4c" providerId="Windows Live" clId="Web-{12751820-DBCF-9D13-4DC7-2E31401D208C}" dt="2026-03-12T10:04:08.555" v="73" actId="20577"/>
          <ac:spMkLst>
            <pc:docMk/>
            <pc:sldMk cId="4027140783" sldId="451"/>
            <ac:spMk id="1257" creationId="{E2FD70B8-46DD-9D17-3E0A-D46655DD623E}"/>
          </ac:spMkLst>
        </pc:spChg>
        <pc:spChg chg="mod">
          <ac:chgData name="Vantapati Raja Rajeswari" userId="223fcc0747d4cf4c" providerId="Windows Live" clId="Web-{12751820-DBCF-9D13-4DC7-2E31401D208C}" dt="2026-03-12T10:06:44.745" v="123" actId="20577"/>
          <ac:spMkLst>
            <pc:docMk/>
            <pc:sldMk cId="4027140783" sldId="451"/>
            <ac:spMk id="1258" creationId="{3C7BE895-CA2D-19B7-B7B6-8990B8EE7638}"/>
          </ac:spMkLst>
        </pc:spChg>
        <pc:picChg chg="del">
          <ac:chgData name="Vantapati Raja Rajeswari" userId="223fcc0747d4cf4c" providerId="Windows Live" clId="Web-{12751820-DBCF-9D13-4DC7-2E31401D208C}" dt="2026-03-12T10:06:49.229" v="124"/>
          <ac:picMkLst>
            <pc:docMk/>
            <pc:sldMk cId="4027140783" sldId="451"/>
            <ac:picMk id="3" creationId="{AE78AA93-230B-A533-B1F0-CE5125C78E25}"/>
          </ac:picMkLst>
        </pc:picChg>
        <pc:picChg chg="add mod">
          <ac:chgData name="Vantapati Raja Rajeswari" userId="223fcc0747d4cf4c" providerId="Windows Live" clId="Web-{12751820-DBCF-9D13-4DC7-2E31401D208C}" dt="2026-03-12T10:07:36.511" v="133" actId="1076"/>
          <ac:picMkLst>
            <pc:docMk/>
            <pc:sldMk cId="4027140783" sldId="451"/>
            <ac:picMk id="7" creationId="{28BCAA05-7304-2B5C-9A8B-21BA3928819D}"/>
          </ac:picMkLst>
        </pc:picChg>
      </pc:sldChg>
      <pc:sldChg chg="addSp delSp modSp add replId">
        <pc:chgData name="Vantapati Raja Rajeswari" userId="223fcc0747d4cf4c" providerId="Windows Live" clId="Web-{12751820-DBCF-9D13-4DC7-2E31401D208C}" dt="2026-03-12T10:50:34.175" v="324" actId="1076"/>
        <pc:sldMkLst>
          <pc:docMk/>
          <pc:sldMk cId="2304832891" sldId="452"/>
        </pc:sldMkLst>
        <pc:spChg chg="mod">
          <ac:chgData name="Vantapati Raja Rajeswari" userId="223fcc0747d4cf4c" providerId="Windows Live" clId="Web-{12751820-DBCF-9D13-4DC7-2E31401D208C}" dt="2026-03-12T10:50:34.175" v="324" actId="1076"/>
          <ac:spMkLst>
            <pc:docMk/>
            <pc:sldMk cId="2304832891" sldId="452"/>
            <ac:spMk id="4" creationId="{47216130-523A-852B-4F16-5F98F769703F}"/>
          </ac:spMkLst>
        </pc:spChg>
        <pc:spChg chg="mod">
          <ac:chgData name="Vantapati Raja Rajeswari" userId="223fcc0747d4cf4c" providerId="Windows Live" clId="Web-{12751820-DBCF-9D13-4DC7-2E31401D208C}" dt="2026-03-12T10:29:46.584" v="228" actId="20577"/>
          <ac:spMkLst>
            <pc:docMk/>
            <pc:sldMk cId="2304832891" sldId="452"/>
            <ac:spMk id="1257" creationId="{BF4CEB36-4402-A987-EC47-770F85FF7229}"/>
          </ac:spMkLst>
        </pc:spChg>
        <pc:spChg chg="mod">
          <ac:chgData name="Vantapati Raja Rajeswari" userId="223fcc0747d4cf4c" providerId="Windows Live" clId="Web-{12751820-DBCF-9D13-4DC7-2E31401D208C}" dt="2026-03-12T10:21:01.108" v="215" actId="14100"/>
          <ac:spMkLst>
            <pc:docMk/>
            <pc:sldMk cId="2304832891" sldId="452"/>
            <ac:spMk id="1258" creationId="{E9CE6E29-CF93-0A16-62C5-2CC10F3949AE}"/>
          </ac:spMkLst>
        </pc:spChg>
        <pc:picChg chg="add mod">
          <ac:chgData name="Vantapati Raja Rajeswari" userId="223fcc0747d4cf4c" providerId="Windows Live" clId="Web-{12751820-DBCF-9D13-4DC7-2E31401D208C}" dt="2026-03-12T10:21:58.452" v="225" actId="14100"/>
          <ac:picMkLst>
            <pc:docMk/>
            <pc:sldMk cId="2304832891" sldId="452"/>
            <ac:picMk id="3" creationId="{010560B6-37B3-B68F-05D9-5DDAD9450DBF}"/>
          </ac:picMkLst>
        </pc:picChg>
        <pc:picChg chg="del">
          <ac:chgData name="Vantapati Raja Rajeswari" userId="223fcc0747d4cf4c" providerId="Windows Live" clId="Web-{12751820-DBCF-9D13-4DC7-2E31401D208C}" dt="2026-03-12T10:21:14.311" v="216"/>
          <ac:picMkLst>
            <pc:docMk/>
            <pc:sldMk cId="2304832891" sldId="452"/>
            <ac:picMk id="7" creationId="{B1C25E84-E6A6-5F19-A073-7AB50F7AB0E4}"/>
          </ac:picMkLst>
        </pc:picChg>
      </pc:sldChg>
      <pc:sldChg chg="addSp delSp modSp add replId">
        <pc:chgData name="Vantapati Raja Rajeswari" userId="223fcc0747d4cf4c" providerId="Windows Live" clId="Web-{12751820-DBCF-9D13-4DC7-2E31401D208C}" dt="2026-03-12T11:03:40.250" v="401" actId="20577"/>
        <pc:sldMkLst>
          <pc:docMk/>
          <pc:sldMk cId="4203945208" sldId="453"/>
        </pc:sldMkLst>
        <pc:spChg chg="mod">
          <ac:chgData name="Vantapati Raja Rajeswari" userId="223fcc0747d4cf4c" providerId="Windows Live" clId="Web-{12751820-DBCF-9D13-4DC7-2E31401D208C}" dt="2026-03-12T11:03:40.250" v="401" actId="20577"/>
          <ac:spMkLst>
            <pc:docMk/>
            <pc:sldMk cId="4203945208" sldId="453"/>
            <ac:spMk id="7" creationId="{490D2982-5C89-BAA1-496D-9BC10DF92318}"/>
          </ac:spMkLst>
        </pc:spChg>
        <pc:spChg chg="mod">
          <ac:chgData name="Vantapati Raja Rajeswari" userId="223fcc0747d4cf4c" providerId="Windows Live" clId="Web-{12751820-DBCF-9D13-4DC7-2E31401D208C}" dt="2026-03-12T11:00:28.144" v="368" actId="20577"/>
          <ac:spMkLst>
            <pc:docMk/>
            <pc:sldMk cId="4203945208" sldId="453"/>
            <ac:spMk id="1257" creationId="{034138D4-A38D-086E-367B-46A71575CC88}"/>
          </ac:spMkLst>
        </pc:spChg>
        <pc:spChg chg="mod">
          <ac:chgData name="Vantapati Raja Rajeswari" userId="223fcc0747d4cf4c" providerId="Windows Live" clId="Web-{12751820-DBCF-9D13-4DC7-2E31401D208C}" dt="2026-03-12T11:01:47.931" v="386" actId="14100"/>
          <ac:spMkLst>
            <pc:docMk/>
            <pc:sldMk cId="4203945208" sldId="453"/>
            <ac:spMk id="1258" creationId="{5F8238FC-FDD5-3A99-73B4-ABFDBA8D2CB2}"/>
          </ac:spMkLst>
        </pc:spChg>
        <pc:picChg chg="del">
          <ac:chgData name="Vantapati Raja Rajeswari" userId="223fcc0747d4cf4c" providerId="Windows Live" clId="Web-{12751820-DBCF-9D13-4DC7-2E31401D208C}" dt="2026-03-12T11:00:30.785" v="369"/>
          <ac:picMkLst>
            <pc:docMk/>
            <pc:sldMk cId="4203945208" sldId="453"/>
            <ac:picMk id="4" creationId="{4F99F2C7-1FAC-73AA-3099-5E67B70F63D5}"/>
          </ac:picMkLst>
        </pc:picChg>
        <pc:picChg chg="add mod">
          <ac:chgData name="Vantapati Raja Rajeswari" userId="223fcc0747d4cf4c" providerId="Windows Live" clId="Web-{12751820-DBCF-9D13-4DC7-2E31401D208C}" dt="2026-03-12T11:03:08.061" v="392" actId="14100"/>
          <ac:picMkLst>
            <pc:docMk/>
            <pc:sldMk cId="4203945208" sldId="453"/>
            <ac:picMk id="5" creationId="{26577859-9715-E508-1727-90EAC9F6C02F}"/>
          </ac:picMkLst>
        </pc:picChg>
      </pc:sldChg>
      <pc:sldChg chg="addSp delSp modSp add replId">
        <pc:chgData name="Vantapati Raja Rajeswari" userId="223fcc0747d4cf4c" providerId="Windows Live" clId="Web-{12751820-DBCF-9D13-4DC7-2E31401D208C}" dt="2026-03-12T11:06:41.585" v="426" actId="20577"/>
        <pc:sldMkLst>
          <pc:docMk/>
          <pc:sldMk cId="1489247341" sldId="454"/>
        </pc:sldMkLst>
        <pc:spChg chg="mod">
          <ac:chgData name="Vantapati Raja Rajeswari" userId="223fcc0747d4cf4c" providerId="Windows Live" clId="Web-{12751820-DBCF-9D13-4DC7-2E31401D208C}" dt="2026-03-12T11:06:14.975" v="423" actId="20577"/>
          <ac:spMkLst>
            <pc:docMk/>
            <pc:sldMk cId="1489247341" sldId="454"/>
            <ac:spMk id="7" creationId="{810FC603-C7BD-0462-D94E-38E1A0714EB6}"/>
          </ac:spMkLst>
        </pc:spChg>
        <pc:spChg chg="mod">
          <ac:chgData name="Vantapati Raja Rajeswari" userId="223fcc0747d4cf4c" providerId="Windows Live" clId="Web-{12751820-DBCF-9D13-4DC7-2E31401D208C}" dt="2026-03-12T11:06:41.585" v="426" actId="20577"/>
          <ac:spMkLst>
            <pc:docMk/>
            <pc:sldMk cId="1489247341" sldId="454"/>
            <ac:spMk id="1257" creationId="{5BB5D88F-921C-36BF-E2EB-A3754E984925}"/>
          </ac:spMkLst>
        </pc:spChg>
        <pc:spChg chg="mod">
          <ac:chgData name="Vantapati Raja Rajeswari" userId="223fcc0747d4cf4c" providerId="Windows Live" clId="Web-{12751820-DBCF-9D13-4DC7-2E31401D208C}" dt="2026-03-12T11:05:55.521" v="422" actId="20577"/>
          <ac:spMkLst>
            <pc:docMk/>
            <pc:sldMk cId="1489247341" sldId="454"/>
            <ac:spMk id="1258" creationId="{0FEDD159-C416-E4AD-71BF-273D4446175B}"/>
          </ac:spMkLst>
        </pc:spChg>
        <pc:picChg chg="add mod">
          <ac:chgData name="Vantapati Raja Rajeswari" userId="223fcc0747d4cf4c" providerId="Windows Live" clId="Web-{12751820-DBCF-9D13-4DC7-2E31401D208C}" dt="2026-03-12T11:05:05.769" v="410" actId="14100"/>
          <ac:picMkLst>
            <pc:docMk/>
            <pc:sldMk cId="1489247341" sldId="454"/>
            <ac:picMk id="4" creationId="{BA45C212-FB8C-B60B-0656-A5EB493415D2}"/>
          </ac:picMkLst>
        </pc:picChg>
        <pc:picChg chg="del">
          <ac:chgData name="Vantapati Raja Rajeswari" userId="223fcc0747d4cf4c" providerId="Windows Live" clId="Web-{12751820-DBCF-9D13-4DC7-2E31401D208C}" dt="2026-03-12T11:04:39.925" v="403"/>
          <ac:picMkLst>
            <pc:docMk/>
            <pc:sldMk cId="1489247341" sldId="454"/>
            <ac:picMk id="5" creationId="{EC643730-2CB0-1290-E9E3-D92E0F26C826}"/>
          </ac:picMkLst>
        </pc:picChg>
      </pc:sldChg>
      <pc:sldChg chg="addSp delSp modSp add del replId">
        <pc:chgData name="Vantapati Raja Rajeswari" userId="223fcc0747d4cf4c" providerId="Windows Live" clId="Web-{12751820-DBCF-9D13-4DC7-2E31401D208C}" dt="2026-03-12T11:33:05.898" v="508" actId="20577"/>
        <pc:sldMkLst>
          <pc:docMk/>
          <pc:sldMk cId="376409887" sldId="455"/>
        </pc:sldMkLst>
        <pc:spChg chg="mod">
          <ac:chgData name="Vantapati Raja Rajeswari" userId="223fcc0747d4cf4c" providerId="Windows Live" clId="Web-{12751820-DBCF-9D13-4DC7-2E31401D208C}" dt="2026-03-12T11:32:33.351" v="496" actId="1076"/>
          <ac:spMkLst>
            <pc:docMk/>
            <pc:sldMk cId="376409887" sldId="455"/>
            <ac:spMk id="7" creationId="{DE9FABF6-6C04-097E-1711-9A39CEC8E964}"/>
          </ac:spMkLst>
        </pc:spChg>
        <pc:spChg chg="add mod">
          <ac:chgData name="Vantapati Raja Rajeswari" userId="223fcc0747d4cf4c" providerId="Windows Live" clId="Web-{12751820-DBCF-9D13-4DC7-2E31401D208C}" dt="2026-03-12T11:33:05.898" v="508" actId="20577"/>
          <ac:spMkLst>
            <pc:docMk/>
            <pc:sldMk cId="376409887" sldId="455"/>
            <ac:spMk id="9" creationId="{71EED62A-956E-449A-96F1-BF306066E8B9}"/>
          </ac:spMkLst>
        </pc:spChg>
        <pc:spChg chg="mod">
          <ac:chgData name="Vantapati Raja Rajeswari" userId="223fcc0747d4cf4c" providerId="Windows Live" clId="Web-{12751820-DBCF-9D13-4DC7-2E31401D208C}" dt="2026-03-12T11:27:04.534" v="441" actId="1076"/>
          <ac:spMkLst>
            <pc:docMk/>
            <pc:sldMk cId="376409887" sldId="455"/>
            <ac:spMk id="1257" creationId="{C0B6334A-C3CB-3668-0091-0AFC50A44AE2}"/>
          </ac:spMkLst>
        </pc:spChg>
        <pc:spChg chg="mod">
          <ac:chgData name="Vantapati Raja Rajeswari" userId="223fcc0747d4cf4c" providerId="Windows Live" clId="Web-{12751820-DBCF-9D13-4DC7-2E31401D208C}" dt="2026-03-12T11:31:50.538" v="482" actId="14100"/>
          <ac:spMkLst>
            <pc:docMk/>
            <pc:sldMk cId="376409887" sldId="455"/>
            <ac:spMk id="1258" creationId="{F4F0EFD9-DDA6-C4FC-6168-EF13641DC238}"/>
          </ac:spMkLst>
        </pc:spChg>
        <pc:picChg chg="del">
          <ac:chgData name="Vantapati Raja Rajeswari" userId="223fcc0747d4cf4c" providerId="Windows Live" clId="Web-{12751820-DBCF-9D13-4DC7-2E31401D208C}" dt="2026-03-12T11:25:59.673" v="430"/>
          <ac:picMkLst>
            <pc:docMk/>
            <pc:sldMk cId="376409887" sldId="455"/>
            <ac:picMk id="4" creationId="{E4B592F4-C11C-B462-1BC3-F7D1DBAEA2C1}"/>
          </ac:picMkLst>
        </pc:picChg>
        <pc:picChg chg="add mod ord">
          <ac:chgData name="Vantapati Raja Rajeswari" userId="223fcc0747d4cf4c" providerId="Windows Live" clId="Web-{12751820-DBCF-9D13-4DC7-2E31401D208C}" dt="2026-03-12T11:31:54.976" v="483" actId="14100"/>
          <ac:picMkLst>
            <pc:docMk/>
            <pc:sldMk cId="376409887" sldId="455"/>
            <ac:picMk id="5" creationId="{3683D14D-98AD-21AE-5A9E-55A986707A58}"/>
          </ac:picMkLst>
        </pc:picChg>
        <pc:picChg chg="add mod ord">
          <ac:chgData name="Vantapati Raja Rajeswari" userId="223fcc0747d4cf4c" providerId="Windows Live" clId="Web-{12751820-DBCF-9D13-4DC7-2E31401D208C}" dt="2026-03-12T11:32:04.054" v="486" actId="1076"/>
          <ac:picMkLst>
            <pc:docMk/>
            <pc:sldMk cId="376409887" sldId="455"/>
            <ac:picMk id="8" creationId="{3CF52858-8745-4522-C808-8C147FFC9F33}"/>
          </ac:picMkLst>
        </pc:picChg>
      </pc:sldChg>
      <pc:sldChg chg="addSp delSp modSp add replId">
        <pc:chgData name="Vantapati Raja Rajeswari" userId="223fcc0747d4cf4c" providerId="Windows Live" clId="Web-{12751820-DBCF-9D13-4DC7-2E31401D208C}" dt="2026-03-12T11:41:05.003" v="551" actId="20577"/>
        <pc:sldMkLst>
          <pc:docMk/>
          <pc:sldMk cId="896464684" sldId="456"/>
        </pc:sldMkLst>
        <pc:spChg chg="add del mod">
          <ac:chgData name="Vantapati Raja Rajeswari" userId="223fcc0747d4cf4c" providerId="Windows Live" clId="Web-{12751820-DBCF-9D13-4DC7-2E31401D208C}" dt="2026-03-12T11:36:38.883" v="528"/>
          <ac:spMkLst>
            <pc:docMk/>
            <pc:sldMk cId="896464684" sldId="456"/>
            <ac:spMk id="4" creationId="{4F12DE24-9ED8-9322-38F0-7B1F590AC29D}"/>
          </ac:spMkLst>
        </pc:spChg>
        <pc:spChg chg="mod">
          <ac:chgData name="Vantapati Raja Rajeswari" userId="223fcc0747d4cf4c" providerId="Windows Live" clId="Web-{12751820-DBCF-9D13-4DC7-2E31401D208C}" dt="2026-03-12T11:41:05.003" v="551" actId="20577"/>
          <ac:spMkLst>
            <pc:docMk/>
            <pc:sldMk cId="896464684" sldId="456"/>
            <ac:spMk id="7" creationId="{7A0C8EA3-CB56-F795-3BFA-453C8ABF7FE2}"/>
          </ac:spMkLst>
        </pc:spChg>
        <pc:spChg chg="mod">
          <ac:chgData name="Vantapati Raja Rajeswari" userId="223fcc0747d4cf4c" providerId="Windows Live" clId="Web-{12751820-DBCF-9D13-4DC7-2E31401D208C}" dt="2026-03-12T11:40:58.644" v="550" actId="20577"/>
          <ac:spMkLst>
            <pc:docMk/>
            <pc:sldMk cId="896464684" sldId="456"/>
            <ac:spMk id="9" creationId="{CD4A71E9-BF6E-8F33-C28C-1A964489B814}"/>
          </ac:spMkLst>
        </pc:spChg>
        <pc:spChg chg="mod">
          <ac:chgData name="Vantapati Raja Rajeswari" userId="223fcc0747d4cf4c" providerId="Windows Live" clId="Web-{12751820-DBCF-9D13-4DC7-2E31401D208C}" dt="2026-03-12T11:33:54.746" v="512" actId="20577"/>
          <ac:spMkLst>
            <pc:docMk/>
            <pc:sldMk cId="896464684" sldId="456"/>
            <ac:spMk id="1257" creationId="{3F2F71AC-1170-AC05-AA76-3D997AB63772}"/>
          </ac:spMkLst>
        </pc:spChg>
        <pc:spChg chg="mod">
          <ac:chgData name="Vantapati Raja Rajeswari" userId="223fcc0747d4cf4c" providerId="Windows Live" clId="Web-{12751820-DBCF-9D13-4DC7-2E31401D208C}" dt="2026-03-12T11:36:17.975" v="523" actId="20577"/>
          <ac:spMkLst>
            <pc:docMk/>
            <pc:sldMk cId="896464684" sldId="456"/>
            <ac:spMk id="1258" creationId="{D51B55C6-AD2A-1AE9-8E92-B4037B41D654}"/>
          </ac:spMkLst>
        </pc:spChg>
        <pc:picChg chg="del">
          <ac:chgData name="Vantapati Raja Rajeswari" userId="223fcc0747d4cf4c" providerId="Windows Live" clId="Web-{12751820-DBCF-9D13-4DC7-2E31401D208C}" dt="2026-03-12T11:36:35.476" v="524"/>
          <ac:picMkLst>
            <pc:docMk/>
            <pc:sldMk cId="896464684" sldId="456"/>
            <ac:picMk id="5" creationId="{B82615DB-EBAA-072B-D622-75A780DC0C04}"/>
          </ac:picMkLst>
        </pc:picChg>
        <pc:picChg chg="del">
          <ac:chgData name="Vantapati Raja Rajeswari" userId="223fcc0747d4cf4c" providerId="Windows Live" clId="Web-{12751820-DBCF-9D13-4DC7-2E31401D208C}" dt="2026-03-12T11:38:58.046" v="539"/>
          <ac:picMkLst>
            <pc:docMk/>
            <pc:sldMk cId="896464684" sldId="456"/>
            <ac:picMk id="8" creationId="{9A790E9C-7A4E-6AA4-2DFC-0A12AD4A4320}"/>
          </ac:picMkLst>
        </pc:picChg>
        <pc:picChg chg="add del mod">
          <ac:chgData name="Vantapati Raja Rajeswari" userId="223fcc0747d4cf4c" providerId="Windows Live" clId="Web-{12751820-DBCF-9D13-4DC7-2E31401D208C}" dt="2026-03-12T11:37:09.244" v="530"/>
          <ac:picMkLst>
            <pc:docMk/>
            <pc:sldMk cId="896464684" sldId="456"/>
            <ac:picMk id="10" creationId="{21F6EF0D-65BC-3D05-F248-57B29C9D1313}"/>
          </ac:picMkLst>
        </pc:picChg>
        <pc:picChg chg="add mod">
          <ac:chgData name="Vantapati Raja Rajeswari" userId="223fcc0747d4cf4c" providerId="Windows Live" clId="Web-{12751820-DBCF-9D13-4DC7-2E31401D208C}" dt="2026-03-12T11:40:33.237" v="548" actId="1076"/>
          <ac:picMkLst>
            <pc:docMk/>
            <pc:sldMk cId="896464684" sldId="456"/>
            <ac:picMk id="11" creationId="{888205D5-C861-660A-5F08-E56EF29B67E3}"/>
          </ac:picMkLst>
        </pc:picChg>
        <pc:picChg chg="add mod">
          <ac:chgData name="Vantapati Raja Rajeswari" userId="223fcc0747d4cf4c" providerId="Windows Live" clId="Web-{12751820-DBCF-9D13-4DC7-2E31401D208C}" dt="2026-03-12T11:39:29.328" v="542" actId="1076"/>
          <ac:picMkLst>
            <pc:docMk/>
            <pc:sldMk cId="896464684" sldId="456"/>
            <ac:picMk id="12" creationId="{9F93AC4B-8677-A735-C5B3-6BA5D809285D}"/>
          </ac:picMkLst>
        </pc:picChg>
      </pc:sldChg>
      <pc:sldChg chg="addSp delSp modSp add replId">
        <pc:chgData name="Vantapati Raja Rajeswari" userId="223fcc0747d4cf4c" providerId="Windows Live" clId="Web-{12751820-DBCF-9D13-4DC7-2E31401D208C}" dt="2026-03-12T11:49:10.669" v="630" actId="20577"/>
        <pc:sldMkLst>
          <pc:docMk/>
          <pc:sldMk cId="2379580919" sldId="457"/>
        </pc:sldMkLst>
        <pc:spChg chg="mod">
          <ac:chgData name="Vantapati Raja Rajeswari" userId="223fcc0747d4cf4c" providerId="Windows Live" clId="Web-{12751820-DBCF-9D13-4DC7-2E31401D208C}" dt="2026-03-12T11:49:10.669" v="630" actId="20577"/>
          <ac:spMkLst>
            <pc:docMk/>
            <pc:sldMk cId="2379580919" sldId="457"/>
            <ac:spMk id="7" creationId="{F561FF78-3792-6EDC-9C6C-CD765EFFD582}"/>
          </ac:spMkLst>
        </pc:spChg>
        <pc:spChg chg="del">
          <ac:chgData name="Vantapati Raja Rajeswari" userId="223fcc0747d4cf4c" providerId="Windows Live" clId="Web-{12751820-DBCF-9D13-4DC7-2E31401D208C}" dt="2026-03-12T11:42:46.021" v="564"/>
          <ac:spMkLst>
            <pc:docMk/>
            <pc:sldMk cId="2379580919" sldId="457"/>
            <ac:spMk id="9" creationId="{88C13DD6-5209-144D-8BA6-22F2745C360A}"/>
          </ac:spMkLst>
        </pc:spChg>
        <pc:spChg chg="add del mod">
          <ac:chgData name="Vantapati Raja Rajeswari" userId="223fcc0747d4cf4c" providerId="Windows Live" clId="Web-{12751820-DBCF-9D13-4DC7-2E31401D208C}" dt="2026-03-12T11:47:35.964" v="610" actId="1076"/>
          <ac:spMkLst>
            <pc:docMk/>
            <pc:sldMk cId="2379580919" sldId="457"/>
            <ac:spMk id="14" creationId="{73BB744D-050A-87BF-1DB8-14C099201E87}"/>
          </ac:spMkLst>
        </pc:spChg>
        <pc:spChg chg="add del mod">
          <ac:chgData name="Vantapati Raja Rajeswari" userId="223fcc0747d4cf4c" providerId="Windows Live" clId="Web-{12751820-DBCF-9D13-4DC7-2E31401D208C}" dt="2026-03-12T11:47:47.230" v="614"/>
          <ac:spMkLst>
            <pc:docMk/>
            <pc:sldMk cId="2379580919" sldId="457"/>
            <ac:spMk id="15" creationId="{F9B57CE8-8B0D-E821-905F-8224C9AD3517}"/>
          </ac:spMkLst>
        </pc:spChg>
        <pc:spChg chg="add mod">
          <ac:chgData name="Vantapati Raja Rajeswari" userId="223fcc0747d4cf4c" providerId="Windows Live" clId="Web-{12751820-DBCF-9D13-4DC7-2E31401D208C}" dt="2026-03-12T11:49:00.653" v="628" actId="20577"/>
          <ac:spMkLst>
            <pc:docMk/>
            <pc:sldMk cId="2379580919" sldId="457"/>
            <ac:spMk id="16" creationId="{45106A57-62FC-F8C5-BCFE-C46D999A1B52}"/>
          </ac:spMkLst>
        </pc:spChg>
        <pc:spChg chg="mod">
          <ac:chgData name="Vantapati Raja Rajeswari" userId="223fcc0747d4cf4c" providerId="Windows Live" clId="Web-{12751820-DBCF-9D13-4DC7-2E31401D208C}" dt="2026-03-12T11:41:48.426" v="555" actId="20577"/>
          <ac:spMkLst>
            <pc:docMk/>
            <pc:sldMk cId="2379580919" sldId="457"/>
            <ac:spMk id="1257" creationId="{EB97DC45-34D3-4BC4-A76B-C4830F4E5362}"/>
          </ac:spMkLst>
        </pc:spChg>
        <pc:spChg chg="mod">
          <ac:chgData name="Vantapati Raja Rajeswari" userId="223fcc0747d4cf4c" providerId="Windows Live" clId="Web-{12751820-DBCF-9D13-4DC7-2E31401D208C}" dt="2026-03-12T11:42:37.552" v="562" actId="14100"/>
          <ac:spMkLst>
            <pc:docMk/>
            <pc:sldMk cId="2379580919" sldId="457"/>
            <ac:spMk id="1258" creationId="{A6CBC307-759E-6E8D-70AD-C5ADA0F79B33}"/>
          </ac:spMkLst>
        </pc:spChg>
        <pc:picChg chg="add mod">
          <ac:chgData name="Vantapati Raja Rajeswari" userId="223fcc0747d4cf4c" providerId="Windows Live" clId="Web-{12751820-DBCF-9D13-4DC7-2E31401D208C}" dt="2026-03-12T11:45:31.587" v="583" actId="14100"/>
          <ac:picMkLst>
            <pc:docMk/>
            <pc:sldMk cId="2379580919" sldId="457"/>
            <ac:picMk id="4" creationId="{D7B800FB-4F20-B521-480F-1D00E9641B92}"/>
          </ac:picMkLst>
        </pc:picChg>
        <pc:picChg chg="add mod">
          <ac:chgData name="Vantapati Raja Rajeswari" userId="223fcc0747d4cf4c" providerId="Windows Live" clId="Web-{12751820-DBCF-9D13-4DC7-2E31401D208C}" dt="2026-03-12T11:44:38.039" v="575" actId="14100"/>
          <ac:picMkLst>
            <pc:docMk/>
            <pc:sldMk cId="2379580919" sldId="457"/>
            <ac:picMk id="5" creationId="{4C9C8D0C-03E2-6334-C112-FD103546857C}"/>
          </ac:picMkLst>
        </pc:picChg>
        <pc:picChg chg="add mod">
          <ac:chgData name="Vantapati Raja Rajeswari" userId="223fcc0747d4cf4c" providerId="Windows Live" clId="Web-{12751820-DBCF-9D13-4DC7-2E31401D208C}" dt="2026-03-12T11:45:38.853" v="584" actId="14100"/>
          <ac:picMkLst>
            <pc:docMk/>
            <pc:sldMk cId="2379580919" sldId="457"/>
            <ac:picMk id="8" creationId="{AA8C876E-943B-8637-7B0A-776BC32A26FF}"/>
          </ac:picMkLst>
        </pc:picChg>
        <pc:picChg chg="add del mod">
          <ac:chgData name="Vantapati Raja Rajeswari" userId="223fcc0747d4cf4c" providerId="Windows Live" clId="Web-{12751820-DBCF-9D13-4DC7-2E31401D208C}" dt="2026-03-12T11:46:29.026" v="586"/>
          <ac:picMkLst>
            <pc:docMk/>
            <pc:sldMk cId="2379580919" sldId="457"/>
            <ac:picMk id="10" creationId="{6C16AB64-E074-88D6-71FB-EFCFEA7F2846}"/>
          </ac:picMkLst>
        </pc:picChg>
        <pc:picChg chg="del">
          <ac:chgData name="Vantapati Raja Rajeswari" userId="223fcc0747d4cf4c" providerId="Windows Live" clId="Web-{12751820-DBCF-9D13-4DC7-2E31401D208C}" dt="2026-03-12T11:42:40.974" v="563"/>
          <ac:picMkLst>
            <pc:docMk/>
            <pc:sldMk cId="2379580919" sldId="457"/>
            <ac:picMk id="11" creationId="{58FA918C-7566-E730-4163-2EA3868CD2B4}"/>
          </ac:picMkLst>
        </pc:picChg>
        <pc:picChg chg="del">
          <ac:chgData name="Vantapati Raja Rajeswari" userId="223fcc0747d4cf4c" providerId="Windows Live" clId="Web-{12751820-DBCF-9D13-4DC7-2E31401D208C}" dt="2026-03-12T11:42:47.209" v="565"/>
          <ac:picMkLst>
            <pc:docMk/>
            <pc:sldMk cId="2379580919" sldId="457"/>
            <ac:picMk id="12" creationId="{F3059B49-103C-D7C2-32F3-3049C6108172}"/>
          </ac:picMkLst>
        </pc:picChg>
        <pc:picChg chg="add del mod">
          <ac:chgData name="Vantapati Raja Rajeswari" userId="223fcc0747d4cf4c" providerId="Windows Live" clId="Web-{12751820-DBCF-9D13-4DC7-2E31401D208C}" dt="2026-03-12T11:46:35.838" v="588"/>
          <ac:picMkLst>
            <pc:docMk/>
            <pc:sldMk cId="2379580919" sldId="457"/>
            <ac:picMk id="13" creationId="{1B029BA3-509A-E057-1CE0-0D30EEF9BFDB}"/>
          </ac:picMkLst>
        </pc:picChg>
      </pc:sldChg>
      <pc:sldChg chg="addSp delSp modSp add replId">
        <pc:chgData name="Vantapati Raja Rajeswari" userId="223fcc0747d4cf4c" providerId="Windows Live" clId="Web-{12751820-DBCF-9D13-4DC7-2E31401D208C}" dt="2026-03-12T12:01:20.341" v="740" actId="1076"/>
        <pc:sldMkLst>
          <pc:docMk/>
          <pc:sldMk cId="2814495139" sldId="458"/>
        </pc:sldMkLst>
        <pc:spChg chg="mod">
          <ac:chgData name="Vantapati Raja Rajeswari" userId="223fcc0747d4cf4c" providerId="Windows Live" clId="Web-{12751820-DBCF-9D13-4DC7-2E31401D208C}" dt="2026-03-12T12:01:20.341" v="740" actId="1076"/>
          <ac:spMkLst>
            <pc:docMk/>
            <pc:sldMk cId="2814495139" sldId="458"/>
            <ac:spMk id="7" creationId="{C647BBDD-A0B3-DE38-791F-9F3463526572}"/>
          </ac:spMkLst>
        </pc:spChg>
        <pc:spChg chg="mod">
          <ac:chgData name="Vantapati Raja Rajeswari" userId="223fcc0747d4cf4c" providerId="Windows Live" clId="Web-{12751820-DBCF-9D13-4DC7-2E31401D208C}" dt="2026-03-12T11:53:34.294" v="677" actId="20577"/>
          <ac:spMkLst>
            <pc:docMk/>
            <pc:sldMk cId="2814495139" sldId="458"/>
            <ac:spMk id="14" creationId="{7118D27F-6E74-EE66-F557-A6A80033D432}"/>
          </ac:spMkLst>
        </pc:spChg>
        <pc:spChg chg="mod">
          <ac:chgData name="Vantapati Raja Rajeswari" userId="223fcc0747d4cf4c" providerId="Windows Live" clId="Web-{12751820-DBCF-9D13-4DC7-2E31401D208C}" dt="2026-03-12T11:54:00.077" v="682" actId="20577"/>
          <ac:spMkLst>
            <pc:docMk/>
            <pc:sldMk cId="2814495139" sldId="458"/>
            <ac:spMk id="16" creationId="{D2E11C48-36AA-35A7-3E28-ED540AF582B4}"/>
          </ac:spMkLst>
        </pc:spChg>
        <pc:spChg chg="mod">
          <ac:chgData name="Vantapati Raja Rajeswari" userId="223fcc0747d4cf4c" providerId="Windows Live" clId="Web-{12751820-DBCF-9D13-4DC7-2E31401D208C}" dt="2026-03-12T11:54:43.157" v="690" actId="20577"/>
          <ac:spMkLst>
            <pc:docMk/>
            <pc:sldMk cId="2814495139" sldId="458"/>
            <ac:spMk id="1257" creationId="{1135E3A1-D37A-E7A2-CDDE-FA1E76264643}"/>
          </ac:spMkLst>
        </pc:spChg>
        <pc:spChg chg="mod">
          <ac:chgData name="Vantapati Raja Rajeswari" userId="223fcc0747d4cf4c" providerId="Windows Live" clId="Web-{12751820-DBCF-9D13-4DC7-2E31401D208C}" dt="2026-03-12T11:50:07.404" v="637" actId="20577"/>
          <ac:spMkLst>
            <pc:docMk/>
            <pc:sldMk cId="2814495139" sldId="458"/>
            <ac:spMk id="1258" creationId="{24C5CF73-CA94-7B89-B44B-E1F2FDE99E78}"/>
          </ac:spMkLst>
        </pc:spChg>
        <pc:picChg chg="del">
          <ac:chgData name="Vantapati Raja Rajeswari" userId="223fcc0747d4cf4c" providerId="Windows Live" clId="Web-{12751820-DBCF-9D13-4DC7-2E31401D208C}" dt="2026-03-12T11:50:22.545" v="638"/>
          <ac:picMkLst>
            <pc:docMk/>
            <pc:sldMk cId="2814495139" sldId="458"/>
            <ac:picMk id="4" creationId="{BBF78B6F-E3B1-4369-C4D5-79F69C734359}"/>
          </ac:picMkLst>
        </pc:picChg>
        <pc:picChg chg="del">
          <ac:chgData name="Vantapati Raja Rajeswari" userId="223fcc0747d4cf4c" providerId="Windows Live" clId="Web-{12751820-DBCF-9D13-4DC7-2E31401D208C}" dt="2026-03-12T11:51:11.002" v="648"/>
          <ac:picMkLst>
            <pc:docMk/>
            <pc:sldMk cId="2814495139" sldId="458"/>
            <ac:picMk id="5" creationId="{8B84F8DE-2AD9-48B5-639D-76F2C927C86D}"/>
          </ac:picMkLst>
        </pc:picChg>
        <pc:picChg chg="del">
          <ac:chgData name="Vantapati Raja Rajeswari" userId="223fcc0747d4cf4c" providerId="Windows Live" clId="Web-{12751820-DBCF-9D13-4DC7-2E31401D208C}" dt="2026-03-12T11:52:08.366" v="658"/>
          <ac:picMkLst>
            <pc:docMk/>
            <pc:sldMk cId="2814495139" sldId="458"/>
            <ac:picMk id="8" creationId="{DAEB7ECF-5F6D-6BF2-5584-432961F1E767}"/>
          </ac:picMkLst>
        </pc:picChg>
        <pc:picChg chg="add mod">
          <ac:chgData name="Vantapati Raja Rajeswari" userId="223fcc0747d4cf4c" providerId="Windows Live" clId="Web-{12751820-DBCF-9D13-4DC7-2E31401D208C}" dt="2026-03-12T11:50:52.438" v="645" actId="1076"/>
          <ac:picMkLst>
            <pc:docMk/>
            <pc:sldMk cId="2814495139" sldId="458"/>
            <ac:picMk id="9" creationId="{A67045F9-842F-C709-5197-AEEE2B0C8BDF}"/>
          </ac:picMkLst>
        </pc:picChg>
        <pc:picChg chg="add del mod">
          <ac:chgData name="Vantapati Raja Rajeswari" userId="223fcc0747d4cf4c" providerId="Windows Live" clId="Web-{12751820-DBCF-9D13-4DC7-2E31401D208C}" dt="2026-03-12T11:51:09.518" v="647"/>
          <ac:picMkLst>
            <pc:docMk/>
            <pc:sldMk cId="2814495139" sldId="458"/>
            <ac:picMk id="10" creationId="{3BE0A4F5-B8BC-7A79-3634-E0057F6F79D1}"/>
          </ac:picMkLst>
        </pc:picChg>
        <pc:picChg chg="add mod">
          <ac:chgData name="Vantapati Raja Rajeswari" userId="223fcc0747d4cf4c" providerId="Windows Live" clId="Web-{12751820-DBCF-9D13-4DC7-2E31401D208C}" dt="2026-03-12T11:52:05.694" v="657" actId="14100"/>
          <ac:picMkLst>
            <pc:docMk/>
            <pc:sldMk cId="2814495139" sldId="458"/>
            <ac:picMk id="11" creationId="{8C05E55D-9A2F-EE0B-6C9E-E598002789A3}"/>
          </ac:picMkLst>
        </pc:picChg>
        <pc:picChg chg="add mod">
          <ac:chgData name="Vantapati Raja Rajeswari" userId="223fcc0747d4cf4c" providerId="Windows Live" clId="Web-{12751820-DBCF-9D13-4DC7-2E31401D208C}" dt="2026-03-12T11:52:52.463" v="665" actId="14100"/>
          <ac:picMkLst>
            <pc:docMk/>
            <pc:sldMk cId="2814495139" sldId="458"/>
            <ac:picMk id="12" creationId="{F5916C62-9B1A-9C73-2B1F-1324829EF56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12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Arial" panose="020B0604020202020204"/>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t>‹#›</a:t>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61" name="Google Shape;16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80" name="Google Shape;18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e4eb6b47ed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96" name="Google Shape;196;ge4eb6b47ed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123825" lvl="0" indent="0" algn="just">
              <a:lnSpc>
                <a:spcPct val="150000"/>
              </a:lnSpc>
              <a:spcBef>
                <a:spcPts val="0"/>
              </a:spcBef>
              <a:buClr>
                <a:srgbClr val="282829"/>
              </a:buClr>
              <a:buSzPts val="1650"/>
              <a:buFont typeface="Roboto" panose="02000000000000000000"/>
              <a:buNone/>
            </a:pPr>
            <a:endParaRPr lang="en-US" sz="1200">
              <a:solidFill>
                <a:srgbClr val="282829"/>
              </a:solidFill>
              <a:latin typeface="Bookman Old Style" panose="02050604050505020204" pitchFamily="18" charset="0"/>
              <a:ea typeface="Roboto" panose="02000000000000000000"/>
              <a:cs typeface="Roboto" panose="02000000000000000000"/>
              <a:sym typeface="Roboto" panose="02000000000000000000"/>
            </a:endParaRPr>
          </a:p>
        </p:txBody>
      </p:sp>
      <p:sp>
        <p:nvSpPr>
          <p:cNvPr id="197" name="Google Shape;197;ge4eb6b47ed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panose="020B0604020202020204"/>
              <a:buNone/>
            </a:pPr>
            <a:fld id="{00000000-1234-1234-1234-123412341234}"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F73AFDEE-2977-0FF1-5323-18CF6DDA0ABD}"/>
            </a:ext>
          </a:extLst>
        </p:cNvPr>
        <p:cNvGrpSpPr/>
        <p:nvPr/>
      </p:nvGrpSpPr>
      <p:grpSpPr>
        <a:xfrm>
          <a:off x="0" y="0"/>
          <a:ext cx="0" cy="0"/>
          <a:chOff x="0" y="0"/>
          <a:chExt cx="0" cy="0"/>
        </a:xfrm>
      </p:grpSpPr>
      <p:sp>
        <p:nvSpPr>
          <p:cNvPr id="187" name="Google Shape;187;p4:notes">
            <a:extLst>
              <a:ext uri="{FF2B5EF4-FFF2-40B4-BE49-F238E27FC236}">
                <a16:creationId xmlns:a16="http://schemas.microsoft.com/office/drawing/2014/main" id="{34CC0E26-E736-B20B-676C-A5441EFF492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8" name="Google Shape;188;p4:notes">
            <a:extLst>
              <a:ext uri="{FF2B5EF4-FFF2-40B4-BE49-F238E27FC236}">
                <a16:creationId xmlns:a16="http://schemas.microsoft.com/office/drawing/2014/main" id="{46858609-3A5D-6E95-F18A-77681CB5CA8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4479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1645473A-7CE0-542D-B50E-1E6F42F98AAB}"/>
            </a:ext>
          </a:extLst>
        </p:cNvPr>
        <p:cNvGrpSpPr/>
        <p:nvPr/>
      </p:nvGrpSpPr>
      <p:grpSpPr>
        <a:xfrm>
          <a:off x="0" y="0"/>
          <a:ext cx="0" cy="0"/>
          <a:chOff x="0" y="0"/>
          <a:chExt cx="0" cy="0"/>
        </a:xfrm>
      </p:grpSpPr>
      <p:sp>
        <p:nvSpPr>
          <p:cNvPr id="187" name="Google Shape;187;p4:notes">
            <a:extLst>
              <a:ext uri="{FF2B5EF4-FFF2-40B4-BE49-F238E27FC236}">
                <a16:creationId xmlns:a16="http://schemas.microsoft.com/office/drawing/2014/main" id="{1E342D37-79F8-11B7-8E33-12540755D47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8" name="Google Shape;188;p4:notes">
            <a:extLst>
              <a:ext uri="{FF2B5EF4-FFF2-40B4-BE49-F238E27FC236}">
                <a16:creationId xmlns:a16="http://schemas.microsoft.com/office/drawing/2014/main" id="{5742C87C-2A99-64C9-F183-DB8C94EF310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13272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262" name="Google Shape;2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63" name="Google Shape;263;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Arial" panose="020B0604020202020204"/>
              <a:buNone/>
            </a:pPr>
            <a:fld id="{00000000-1234-1234-1234-123412341234}"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845D557B-ADB5-9B89-AA24-DBF5F81F5E29}"/>
            </a:ext>
          </a:extLst>
        </p:cNvPr>
        <p:cNvGrpSpPr/>
        <p:nvPr/>
      </p:nvGrpSpPr>
      <p:grpSpPr>
        <a:xfrm>
          <a:off x="0" y="0"/>
          <a:ext cx="0" cy="0"/>
          <a:chOff x="0" y="0"/>
          <a:chExt cx="0" cy="0"/>
        </a:xfrm>
      </p:grpSpPr>
      <p:sp>
        <p:nvSpPr>
          <p:cNvPr id="305" name="Google Shape;305;p16:notes">
            <a:extLst>
              <a:ext uri="{FF2B5EF4-FFF2-40B4-BE49-F238E27FC236}">
                <a16:creationId xmlns:a16="http://schemas.microsoft.com/office/drawing/2014/main" id="{6E69573B-AFD9-E712-1035-13705962C62B}"/>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6" name="Google Shape;306;p16:notes">
            <a:extLst>
              <a:ext uri="{FF2B5EF4-FFF2-40B4-BE49-F238E27FC236}">
                <a16:creationId xmlns:a16="http://schemas.microsoft.com/office/drawing/2014/main" id="{D55A8F71-1923-5A11-E28B-C579F44F11C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4922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02815763-39BD-303E-41E8-978693E9002C}"/>
            </a:ext>
          </a:extLst>
        </p:cNvPr>
        <p:cNvGrpSpPr/>
        <p:nvPr/>
      </p:nvGrpSpPr>
      <p:grpSpPr>
        <a:xfrm>
          <a:off x="0" y="0"/>
          <a:ext cx="0" cy="0"/>
          <a:chOff x="0" y="0"/>
          <a:chExt cx="0" cy="0"/>
        </a:xfrm>
      </p:grpSpPr>
      <p:sp>
        <p:nvSpPr>
          <p:cNvPr id="305" name="Google Shape;305;p16:notes">
            <a:extLst>
              <a:ext uri="{FF2B5EF4-FFF2-40B4-BE49-F238E27FC236}">
                <a16:creationId xmlns:a16="http://schemas.microsoft.com/office/drawing/2014/main" id="{58AFB343-5921-BE22-EF53-A0F35B56D324}"/>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6" name="Google Shape;306;p16:notes">
            <a:extLst>
              <a:ext uri="{FF2B5EF4-FFF2-40B4-BE49-F238E27FC236}">
                <a16:creationId xmlns:a16="http://schemas.microsoft.com/office/drawing/2014/main" id="{CA3A4183-392E-0539-0FB5-CBE54F71421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3215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140464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853106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05618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a:extLst>
            <a:ext uri="{FF2B5EF4-FFF2-40B4-BE49-F238E27FC236}">
              <a16:creationId xmlns:a16="http://schemas.microsoft.com/office/drawing/2014/main" id="{7BE43D6D-99E1-BC91-7798-870DE82B60E9}"/>
            </a:ext>
          </a:extLst>
        </p:cNvPr>
        <p:cNvGrpSpPr/>
        <p:nvPr/>
      </p:nvGrpSpPr>
      <p:grpSpPr>
        <a:xfrm>
          <a:off x="0" y="0"/>
          <a:ext cx="0" cy="0"/>
          <a:chOff x="0" y="0"/>
          <a:chExt cx="0" cy="0"/>
        </a:xfrm>
      </p:grpSpPr>
      <p:sp>
        <p:nvSpPr>
          <p:cNvPr id="1254" name="Google Shape;1254;p101:notes">
            <a:extLst>
              <a:ext uri="{FF2B5EF4-FFF2-40B4-BE49-F238E27FC236}">
                <a16:creationId xmlns:a16="http://schemas.microsoft.com/office/drawing/2014/main" id="{36005F71-FC21-3E82-8962-8CF85246688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a:extLst>
              <a:ext uri="{FF2B5EF4-FFF2-40B4-BE49-F238E27FC236}">
                <a16:creationId xmlns:a16="http://schemas.microsoft.com/office/drawing/2014/main" id="{0AC7D8AD-9D8B-35B5-2211-603F8482490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934765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a:extLst>
            <a:ext uri="{FF2B5EF4-FFF2-40B4-BE49-F238E27FC236}">
              <a16:creationId xmlns:a16="http://schemas.microsoft.com/office/drawing/2014/main" id="{040D58D2-E03B-7B5A-A6BA-8386027A5A60}"/>
            </a:ext>
          </a:extLst>
        </p:cNvPr>
        <p:cNvGrpSpPr/>
        <p:nvPr/>
      </p:nvGrpSpPr>
      <p:grpSpPr>
        <a:xfrm>
          <a:off x="0" y="0"/>
          <a:ext cx="0" cy="0"/>
          <a:chOff x="0" y="0"/>
          <a:chExt cx="0" cy="0"/>
        </a:xfrm>
      </p:grpSpPr>
      <p:sp>
        <p:nvSpPr>
          <p:cNvPr id="1254" name="Google Shape;1254;p101:notes">
            <a:extLst>
              <a:ext uri="{FF2B5EF4-FFF2-40B4-BE49-F238E27FC236}">
                <a16:creationId xmlns:a16="http://schemas.microsoft.com/office/drawing/2014/main" id="{8D40759C-74A5-4035-8019-C943AB247614}"/>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a:extLst>
              <a:ext uri="{FF2B5EF4-FFF2-40B4-BE49-F238E27FC236}">
                <a16:creationId xmlns:a16="http://schemas.microsoft.com/office/drawing/2014/main" id="{464B1AB5-1B69-9390-FDB4-264D1B8A90D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92194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a:extLst>
            <a:ext uri="{FF2B5EF4-FFF2-40B4-BE49-F238E27FC236}">
              <a16:creationId xmlns:a16="http://schemas.microsoft.com/office/drawing/2014/main" id="{1FBBF38D-E963-4E40-59E2-C4FAA5131FB8}"/>
            </a:ext>
          </a:extLst>
        </p:cNvPr>
        <p:cNvGrpSpPr/>
        <p:nvPr/>
      </p:nvGrpSpPr>
      <p:grpSpPr>
        <a:xfrm>
          <a:off x="0" y="0"/>
          <a:ext cx="0" cy="0"/>
          <a:chOff x="0" y="0"/>
          <a:chExt cx="0" cy="0"/>
        </a:xfrm>
      </p:grpSpPr>
      <p:sp>
        <p:nvSpPr>
          <p:cNvPr id="1254" name="Google Shape;1254;p101:notes">
            <a:extLst>
              <a:ext uri="{FF2B5EF4-FFF2-40B4-BE49-F238E27FC236}">
                <a16:creationId xmlns:a16="http://schemas.microsoft.com/office/drawing/2014/main" id="{0EDA2870-9D20-A576-A496-DFB849E46E4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a:extLst>
              <a:ext uri="{FF2B5EF4-FFF2-40B4-BE49-F238E27FC236}">
                <a16:creationId xmlns:a16="http://schemas.microsoft.com/office/drawing/2014/main" id="{F5C40C01-FB1D-9A74-269A-984ACB51311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83201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a:extLst>
            <a:ext uri="{FF2B5EF4-FFF2-40B4-BE49-F238E27FC236}">
              <a16:creationId xmlns:a16="http://schemas.microsoft.com/office/drawing/2014/main" id="{82A7C20C-84EE-DF55-1D5C-0336A5F470F8}"/>
            </a:ext>
          </a:extLst>
        </p:cNvPr>
        <p:cNvGrpSpPr/>
        <p:nvPr/>
      </p:nvGrpSpPr>
      <p:grpSpPr>
        <a:xfrm>
          <a:off x="0" y="0"/>
          <a:ext cx="0" cy="0"/>
          <a:chOff x="0" y="0"/>
          <a:chExt cx="0" cy="0"/>
        </a:xfrm>
      </p:grpSpPr>
      <p:sp>
        <p:nvSpPr>
          <p:cNvPr id="1254" name="Google Shape;1254;p101:notes">
            <a:extLst>
              <a:ext uri="{FF2B5EF4-FFF2-40B4-BE49-F238E27FC236}">
                <a16:creationId xmlns:a16="http://schemas.microsoft.com/office/drawing/2014/main" id="{AB51D8C4-38F1-E085-2CD3-5CE6BBDEB0E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a:extLst>
              <a:ext uri="{FF2B5EF4-FFF2-40B4-BE49-F238E27FC236}">
                <a16:creationId xmlns:a16="http://schemas.microsoft.com/office/drawing/2014/main" id="{4A0A337B-DD6B-AFA1-3B92-06A45F9282D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73551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a:extLst>
            <a:ext uri="{FF2B5EF4-FFF2-40B4-BE49-F238E27FC236}">
              <a16:creationId xmlns:a16="http://schemas.microsoft.com/office/drawing/2014/main" id="{A69F40F9-2D7C-43BF-A5FD-228FB7417929}"/>
            </a:ext>
          </a:extLst>
        </p:cNvPr>
        <p:cNvGrpSpPr/>
        <p:nvPr/>
      </p:nvGrpSpPr>
      <p:grpSpPr>
        <a:xfrm>
          <a:off x="0" y="0"/>
          <a:ext cx="0" cy="0"/>
          <a:chOff x="0" y="0"/>
          <a:chExt cx="0" cy="0"/>
        </a:xfrm>
      </p:grpSpPr>
      <p:sp>
        <p:nvSpPr>
          <p:cNvPr id="1254" name="Google Shape;1254;p101:notes">
            <a:extLst>
              <a:ext uri="{FF2B5EF4-FFF2-40B4-BE49-F238E27FC236}">
                <a16:creationId xmlns:a16="http://schemas.microsoft.com/office/drawing/2014/main" id="{A0E38E2F-11F0-6929-29E3-6F44AE36028B}"/>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a:extLst>
              <a:ext uri="{FF2B5EF4-FFF2-40B4-BE49-F238E27FC236}">
                <a16:creationId xmlns:a16="http://schemas.microsoft.com/office/drawing/2014/main" id="{28B62FA5-93DB-5200-D23E-A310AE838BE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890169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a:extLst>
            <a:ext uri="{FF2B5EF4-FFF2-40B4-BE49-F238E27FC236}">
              <a16:creationId xmlns:a16="http://schemas.microsoft.com/office/drawing/2014/main" id="{DD50E5C6-9F2A-F07D-0069-81F98B0365F7}"/>
            </a:ext>
          </a:extLst>
        </p:cNvPr>
        <p:cNvGrpSpPr/>
        <p:nvPr/>
      </p:nvGrpSpPr>
      <p:grpSpPr>
        <a:xfrm>
          <a:off x="0" y="0"/>
          <a:ext cx="0" cy="0"/>
          <a:chOff x="0" y="0"/>
          <a:chExt cx="0" cy="0"/>
        </a:xfrm>
      </p:grpSpPr>
      <p:sp>
        <p:nvSpPr>
          <p:cNvPr id="1254" name="Google Shape;1254;p101:notes">
            <a:extLst>
              <a:ext uri="{FF2B5EF4-FFF2-40B4-BE49-F238E27FC236}">
                <a16:creationId xmlns:a16="http://schemas.microsoft.com/office/drawing/2014/main" id="{C738F6CB-5C76-893D-7EB2-44100B1A224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a:extLst>
              <a:ext uri="{FF2B5EF4-FFF2-40B4-BE49-F238E27FC236}">
                <a16:creationId xmlns:a16="http://schemas.microsoft.com/office/drawing/2014/main" id="{69083530-968E-063B-3DE6-1DDDFFC2E62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391399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a:extLst>
            <a:ext uri="{FF2B5EF4-FFF2-40B4-BE49-F238E27FC236}">
              <a16:creationId xmlns:a16="http://schemas.microsoft.com/office/drawing/2014/main" id="{E9D127D8-A317-2339-B612-43C9FE958476}"/>
            </a:ext>
          </a:extLst>
        </p:cNvPr>
        <p:cNvGrpSpPr/>
        <p:nvPr/>
      </p:nvGrpSpPr>
      <p:grpSpPr>
        <a:xfrm>
          <a:off x="0" y="0"/>
          <a:ext cx="0" cy="0"/>
          <a:chOff x="0" y="0"/>
          <a:chExt cx="0" cy="0"/>
        </a:xfrm>
      </p:grpSpPr>
      <p:sp>
        <p:nvSpPr>
          <p:cNvPr id="1254" name="Google Shape;1254;p101:notes">
            <a:extLst>
              <a:ext uri="{FF2B5EF4-FFF2-40B4-BE49-F238E27FC236}">
                <a16:creationId xmlns:a16="http://schemas.microsoft.com/office/drawing/2014/main" id="{29E00800-1EBA-2702-A191-A83EA8D798E6}"/>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a:extLst>
              <a:ext uri="{FF2B5EF4-FFF2-40B4-BE49-F238E27FC236}">
                <a16:creationId xmlns:a16="http://schemas.microsoft.com/office/drawing/2014/main" id="{4512C1A9-60F5-0A80-B905-A5AA0ECC3C9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106561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a:extLst>
            <a:ext uri="{FF2B5EF4-FFF2-40B4-BE49-F238E27FC236}">
              <a16:creationId xmlns:a16="http://schemas.microsoft.com/office/drawing/2014/main" id="{5F845665-4CD4-F940-66DF-3E25C1272CCC}"/>
            </a:ext>
          </a:extLst>
        </p:cNvPr>
        <p:cNvGrpSpPr/>
        <p:nvPr/>
      </p:nvGrpSpPr>
      <p:grpSpPr>
        <a:xfrm>
          <a:off x="0" y="0"/>
          <a:ext cx="0" cy="0"/>
          <a:chOff x="0" y="0"/>
          <a:chExt cx="0" cy="0"/>
        </a:xfrm>
      </p:grpSpPr>
      <p:sp>
        <p:nvSpPr>
          <p:cNvPr id="1254" name="Google Shape;1254;p101:notes">
            <a:extLst>
              <a:ext uri="{FF2B5EF4-FFF2-40B4-BE49-F238E27FC236}">
                <a16:creationId xmlns:a16="http://schemas.microsoft.com/office/drawing/2014/main" id="{6F330323-7EF3-3E6A-1ADD-3080C6CAC27F}"/>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a:extLst>
              <a:ext uri="{FF2B5EF4-FFF2-40B4-BE49-F238E27FC236}">
                <a16:creationId xmlns:a16="http://schemas.microsoft.com/office/drawing/2014/main" id="{0542A5AB-9D2F-6788-7C33-7647C325956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975694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623217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5" name="Google Shape;125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362167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9"/>
        <p:cNvGrpSpPr/>
        <p:nvPr/>
      </p:nvGrpSpPr>
      <p:grpSpPr>
        <a:xfrm>
          <a:off x="0" y="0"/>
          <a:ext cx="0" cy="0"/>
          <a:chOff x="0" y="0"/>
          <a:chExt cx="0" cy="0"/>
        </a:xfrm>
      </p:grpSpPr>
      <p:sp>
        <p:nvSpPr>
          <p:cNvPr id="1270" name="Google Shape;1270;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1" name="Google Shape;1271;p1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9">
          <a:extLst>
            <a:ext uri="{FF2B5EF4-FFF2-40B4-BE49-F238E27FC236}">
              <a16:creationId xmlns:a16="http://schemas.microsoft.com/office/drawing/2014/main" id="{08DCC375-6620-C469-891E-47295AACF4C9}"/>
            </a:ext>
          </a:extLst>
        </p:cNvPr>
        <p:cNvGrpSpPr/>
        <p:nvPr/>
      </p:nvGrpSpPr>
      <p:grpSpPr>
        <a:xfrm>
          <a:off x="0" y="0"/>
          <a:ext cx="0" cy="0"/>
          <a:chOff x="0" y="0"/>
          <a:chExt cx="0" cy="0"/>
        </a:xfrm>
      </p:grpSpPr>
      <p:sp>
        <p:nvSpPr>
          <p:cNvPr id="1270" name="Google Shape;1270;p103:notes">
            <a:extLst>
              <a:ext uri="{FF2B5EF4-FFF2-40B4-BE49-F238E27FC236}">
                <a16:creationId xmlns:a16="http://schemas.microsoft.com/office/drawing/2014/main" id="{F10B216C-16FF-B234-B6F4-14093266044B}"/>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1" name="Google Shape;1271;p103:notes">
            <a:extLst>
              <a:ext uri="{FF2B5EF4-FFF2-40B4-BE49-F238E27FC236}">
                <a16:creationId xmlns:a16="http://schemas.microsoft.com/office/drawing/2014/main" id="{EF3B8943-91D3-976A-DE08-B11C5C6B3CA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9697864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p1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03" name="Google Shape;1303;p10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4180F06-E0DC-4EE3-87CC-13EFD3DCF758}" type="datetime1">
              <a:rPr lang="en-US" smtClean="0"/>
              <a:t>3/16/2026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D5F056A-0A36-494E-84D6-50EC59491478}" type="datetime1">
              <a:rPr lang="en-US" smtClean="0"/>
              <a:t>3/16/2026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6D6E94-A030-4F2D-8286-532CD28C210A}" type="datetime1">
              <a:rPr lang="en-US" smtClean="0"/>
              <a:t>3/16/2026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36D2D96-FE9E-4CBC-A309-E2C2C2450135}" type="datetime1">
              <a:rPr lang="en-US" smtClean="0"/>
              <a:t>3/16/2026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B9FBEAD-D86A-4836-BDB4-62AE0F8E0709}" type="datetime1">
              <a:rPr lang="en-US" smtClean="0"/>
              <a:t>3/16/2026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2895D39-D238-46EF-B717-94094E26B03F}" type="datetime1">
              <a:rPr lang="en-US" smtClean="0"/>
              <a:t>3/16/2026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4C0506-8C72-4281-B7DE-64218323E3AD}" type="datetime1">
              <a:rPr lang="en-US" smtClean="0"/>
              <a:t>3/16/2026</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A690B300-98E9-4547-8EAF-4F6636ED984E}" type="datetime1">
              <a:rPr lang="en-US" smtClean="0"/>
              <a:t>3/16/2026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1416B01-9D9E-4E38-A7AB-774CFF697F4B}" type="datetime1">
              <a:rPr lang="en-US" smtClean="0"/>
              <a:t>3/16/2026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7E01AD6-9AAC-452E-AB6B-E37F410EF9E4}" type="datetime1">
              <a:rPr lang="en-US" smtClean="0"/>
              <a:t>3/16/2026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24E06F-904B-463E-90EC-981B753D1E01}" type="datetime1">
              <a:rPr lang="en-US" smtClean="0"/>
              <a:t>3/16/2026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1416B01-9D9E-4E38-A7AB-774CFF697F4B}" type="datetime1">
              <a:rPr lang="en-US" smtClean="0"/>
              <a:t>3/16/2026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www.kaggle.com/datasets/arjunsudheer326/tomato-plant-stages-dataset" TargetMode="External"/><Relationship Id="rId3" Type="http://schemas.openxmlformats.org/officeDocument/2006/relationships/hyperlink" Target="https://www.kaggle.com/datasets/arjuntejaswi/plant-village" TargetMode="External"/><Relationship Id="rId7" Type="http://schemas.openxmlformats.org/officeDocument/2006/relationships/hyperlink" Target="https://data.mendeley.com/datasets/8h3s6jkyff/1"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hyperlink" Target="https://www.kaggle.com/datasets/jawadulkarim117/tomato-flower-3-class" TargetMode="External"/><Relationship Id="rId5" Type="http://schemas.openxmlformats.org/officeDocument/2006/relationships/hyperlink" Target="https://data.mendeley.com/datasets/c2x8rynybg/1" TargetMode="External"/><Relationship Id="rId4" Type="http://schemas.openxmlformats.org/officeDocument/2006/relationships/hyperlink" Target="https://www.kaggle.com/datasets/adilshamim8/greenhouse-plant-growth-metrics"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62"/>
        <p:cNvGrpSpPr/>
        <p:nvPr/>
      </p:nvGrpSpPr>
      <p:grpSpPr>
        <a:xfrm>
          <a:off x="0" y="0"/>
          <a:ext cx="0" cy="0"/>
          <a:chOff x="0" y="0"/>
          <a:chExt cx="0" cy="0"/>
        </a:xfrm>
      </p:grpSpPr>
      <p:sp>
        <p:nvSpPr>
          <p:cNvPr id="163" name="Google Shape;163;p1"/>
          <p:cNvSpPr/>
          <p:nvPr/>
        </p:nvSpPr>
        <p:spPr>
          <a:xfrm>
            <a:off x="544512" y="1543905"/>
            <a:ext cx="7970838" cy="1179513"/>
          </a:xfrm>
          <a:prstGeom prst="roundRect">
            <a:avLst>
              <a:gd name="adj" fmla="val 50000"/>
            </a:avLst>
          </a:prstGeom>
          <a:noFill/>
          <a:ln w="25400" cap="flat" cmpd="sng">
            <a:solidFill>
              <a:srgbClr val="31859B"/>
            </a:solidFill>
            <a:prstDash val="solid"/>
            <a:round/>
            <a:headEnd type="none" w="sm" len="sm"/>
            <a:tailEnd type="none" w="sm" len="sm"/>
          </a:ln>
        </p:spPr>
        <p:txBody>
          <a:bodyPr spcFirstLastPara="1" wrap="square" lIns="91425" tIns="45700" rIns="91425" bIns="45700" anchor="ctr" anchorCtr="0">
            <a:noAutofit/>
          </a:bodyPr>
          <a:lstStyle/>
          <a:p>
            <a:pPr algn="ctr"/>
            <a:r>
              <a:rPr lang="en-US" sz="2400" b="1" dirty="0">
                <a:solidFill>
                  <a:srgbClr val="006600"/>
                </a:solidFill>
                <a:latin typeface="Algerian" panose="04020705040A02060702" pitchFamily="82" charset="0"/>
                <a:cs typeface="Times New Roman"/>
                <a:sym typeface="Times New Roman" panose="02020603050405020304"/>
              </a:rPr>
              <a:t>AGRITWIN-GH: AGRICULTURAL DIGITAL TWIN FOR SMART GREENHOUSE HORTICULTURE OF TOMATO CULTIVATION</a:t>
            </a:r>
            <a:endParaRPr lang="en-US" sz="2400" dirty="0">
              <a:latin typeface="Algerian" panose="04020705040A02060702" pitchFamily="82" charset="0"/>
              <a:sym typeface="Times New Roman" panose="02020603050405020304"/>
            </a:endParaRPr>
          </a:p>
        </p:txBody>
      </p:sp>
      <p:sp>
        <p:nvSpPr>
          <p:cNvPr id="164" name="Google Shape;164;p1"/>
          <p:cNvSpPr txBox="1">
            <a:spLocks noGrp="1"/>
          </p:cNvSpPr>
          <p:nvPr>
            <p:ph type="subTitle" idx="1"/>
          </p:nvPr>
        </p:nvSpPr>
        <p:spPr>
          <a:xfrm>
            <a:off x="0" y="3036656"/>
            <a:ext cx="9144000" cy="2170344"/>
          </a:xfrm>
          <a:prstGeom prst="rect">
            <a:avLst/>
          </a:prstGeom>
          <a:noFill/>
          <a:ln>
            <a:noFill/>
          </a:ln>
        </p:spPr>
        <p:txBody>
          <a:bodyPr spcFirstLastPara="1" wrap="square" lIns="91425" tIns="45700" rIns="91425" bIns="45700" anchor="t" anchorCtr="0">
            <a:noAutofit/>
          </a:bodyPr>
          <a:lstStyle/>
          <a:p>
            <a:pPr marL="0" lvl="0" indent="0" rtl="0">
              <a:lnSpc>
                <a:spcPct val="60000"/>
              </a:lnSpc>
              <a:spcBef>
                <a:spcPts val="0"/>
              </a:spcBef>
              <a:spcAft>
                <a:spcPts val="0"/>
              </a:spcAft>
              <a:buClr>
                <a:srgbClr val="E830DB"/>
              </a:buClr>
              <a:buSzPts val="2100"/>
              <a:buNone/>
            </a:pPr>
            <a:r>
              <a:rPr lang="en-US" sz="2200" b="1" i="1" dirty="0">
                <a:solidFill>
                  <a:srgbClr val="006600"/>
                </a:solidFill>
                <a:latin typeface="Time New Roman"/>
                <a:cs typeface="Arial" panose="020B0604020202020204"/>
                <a:sym typeface="Times New Roman" panose="02020603050405020304"/>
              </a:rPr>
              <a:t>Under</a:t>
            </a:r>
            <a:r>
              <a:rPr lang="en-US" sz="2200" b="1" i="1" dirty="0">
                <a:solidFill>
                  <a:srgbClr val="00B050"/>
                </a:solidFill>
                <a:latin typeface="Time New Roman"/>
                <a:ea typeface="Times New Roman" panose="02020603050405020304"/>
                <a:cs typeface="Times New Roman" panose="02020603050405020304"/>
                <a:sym typeface="Times New Roman" panose="02020603050405020304"/>
              </a:rPr>
              <a:t> </a:t>
            </a:r>
            <a:r>
              <a:rPr lang="en-US" sz="2200" b="1" i="1" dirty="0">
                <a:solidFill>
                  <a:srgbClr val="006600"/>
                </a:solidFill>
                <a:latin typeface="Time New Roman"/>
                <a:cs typeface="Arial" panose="020B0604020202020204"/>
                <a:sym typeface="Times New Roman" panose="02020603050405020304"/>
              </a:rPr>
              <a:t>the</a:t>
            </a:r>
            <a:r>
              <a:rPr lang="en-US" sz="2200" b="1" i="1" dirty="0">
                <a:solidFill>
                  <a:srgbClr val="00B050"/>
                </a:solidFill>
                <a:latin typeface="Time New Roman"/>
                <a:ea typeface="Times New Roman" panose="02020603050405020304"/>
                <a:cs typeface="Times New Roman" panose="02020603050405020304"/>
                <a:sym typeface="Times New Roman" panose="02020603050405020304"/>
              </a:rPr>
              <a:t> </a:t>
            </a:r>
            <a:r>
              <a:rPr lang="en-US" sz="2200" b="1" i="1" dirty="0">
                <a:solidFill>
                  <a:srgbClr val="006600"/>
                </a:solidFill>
                <a:latin typeface="Time New Roman"/>
                <a:cs typeface="Arial" panose="020B0604020202020204"/>
                <a:sym typeface="Times New Roman" panose="02020603050405020304"/>
              </a:rPr>
              <a:t>Supervision</a:t>
            </a:r>
            <a:r>
              <a:rPr lang="en-US" sz="2200" b="1" i="1" dirty="0">
                <a:solidFill>
                  <a:srgbClr val="00B050"/>
                </a:solidFill>
                <a:latin typeface="Time New Roman"/>
                <a:ea typeface="Times New Roman" panose="02020603050405020304"/>
                <a:cs typeface="Times New Roman" panose="02020603050405020304"/>
                <a:sym typeface="Times New Roman" panose="02020603050405020304"/>
              </a:rPr>
              <a:t> </a:t>
            </a:r>
            <a:r>
              <a:rPr lang="en-US" sz="2200" b="1" i="1" dirty="0">
                <a:solidFill>
                  <a:srgbClr val="006600"/>
                </a:solidFill>
                <a:latin typeface="Time New Roman"/>
                <a:cs typeface="Arial" panose="020B0604020202020204"/>
                <a:sym typeface="Times New Roman" panose="02020603050405020304"/>
              </a:rPr>
              <a:t>of</a:t>
            </a:r>
            <a:endParaRPr lang="en-US" sz="2200" b="1" i="1" dirty="0">
              <a:solidFill>
                <a:srgbClr val="006600"/>
              </a:solidFill>
              <a:latin typeface="Time New Roman"/>
              <a:cs typeface="Arial" panose="020B0604020202020204"/>
              <a:sym typeface="Arial" panose="020B0604020202020204"/>
            </a:endParaRPr>
          </a:p>
          <a:p>
            <a:pPr marL="0" lvl="0" indent="0" rtl="0">
              <a:lnSpc>
                <a:spcPct val="60000"/>
              </a:lnSpc>
              <a:spcBef>
                <a:spcPts val="0"/>
              </a:spcBef>
              <a:spcAft>
                <a:spcPts val="0"/>
              </a:spcAft>
              <a:buClr>
                <a:srgbClr val="E830DB"/>
              </a:buClr>
              <a:buSzPts val="2100"/>
              <a:buNone/>
            </a:pPr>
            <a:endParaRPr lang="en-US" sz="2100" b="1" i="1" dirty="0">
              <a:solidFill>
                <a:srgbClr val="006600"/>
              </a:solidFill>
              <a:latin typeface="Time New Roman"/>
              <a:ea typeface="Times New Roman" panose="02020603050405020304"/>
              <a:cs typeface="Arial" panose="020B0604020202020204"/>
              <a:sym typeface="Arial" panose="020B0604020202020204"/>
            </a:endParaRPr>
          </a:p>
          <a:p>
            <a:pPr marL="0" lvl="0" indent="0" rtl="0">
              <a:lnSpc>
                <a:spcPct val="100000"/>
              </a:lnSpc>
              <a:spcBef>
                <a:spcPts val="0"/>
              </a:spcBef>
              <a:spcAft>
                <a:spcPts val="0"/>
              </a:spcAft>
              <a:buClr>
                <a:srgbClr val="E830DB"/>
              </a:buClr>
              <a:buSzPts val="2100"/>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Dr. V. </a:t>
            </a:r>
            <a:r>
              <a:rPr lang="en-US" sz="2000" b="1"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Govindasamy</a:t>
            </a:r>
            <a:endParaRPr lang="en-US" sz="2000" dirty="0">
              <a:sym typeface="Times New Roman" panose="02020603050405020304"/>
            </a:endParaRPr>
          </a:p>
          <a:p>
            <a:pPr marL="0" lvl="0" indent="0" rtl="0">
              <a:lnSpc>
                <a:spcPct val="100000"/>
              </a:lnSpc>
              <a:spcBef>
                <a:spcPts val="0"/>
              </a:spcBef>
              <a:spcAft>
                <a:spcPts val="0"/>
              </a:spcAft>
              <a:buClr>
                <a:srgbClr val="E830DB"/>
              </a:buClr>
              <a:buSzPts val="2100"/>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Professor</a:t>
            </a:r>
          </a:p>
          <a:p>
            <a:pPr marL="0" lvl="0" indent="0" rtl="0">
              <a:lnSpc>
                <a:spcPct val="100000"/>
              </a:lnSpc>
              <a:spcBef>
                <a:spcPts val="0"/>
              </a:spcBef>
              <a:spcAft>
                <a:spcPts val="0"/>
              </a:spcAft>
              <a:buClr>
                <a:srgbClr val="E830DB"/>
              </a:buClr>
              <a:buSzPts val="2100"/>
              <a:buNone/>
            </a:pPr>
            <a:r>
              <a:rPr lang="en-IN"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Department of Information Technology</a:t>
            </a:r>
            <a:endParaRPr lang="en-IN" sz="2000" dirty="0">
              <a:ea typeface="Times New Roman" panose="02020603050405020304"/>
              <a:sym typeface="Times New Roman" panose="02020603050405020304"/>
            </a:endParaRPr>
          </a:p>
          <a:p>
            <a:pPr marL="0" lvl="0" indent="0" rtl="0">
              <a:lnSpc>
                <a:spcPct val="100000"/>
              </a:lnSpc>
              <a:spcBef>
                <a:spcPts val="0"/>
              </a:spcBef>
              <a:spcAft>
                <a:spcPts val="0"/>
              </a:spcAft>
              <a:buClr>
                <a:srgbClr val="E830DB"/>
              </a:buClr>
              <a:buSzPts val="2100"/>
              <a:buNone/>
            </a:pPr>
            <a:r>
              <a:rPr lang="en-US" sz="2000" b="1" dirty="0">
                <a:solidFill>
                  <a:schemeClr val="dk1"/>
                </a:solidFill>
                <a:latin typeface="Times New Roman" panose="02020603050405020304"/>
                <a:cs typeface="Times New Roman" panose="02020603050405020304"/>
                <a:sym typeface="Times New Roman" panose="02020603050405020304"/>
              </a:rPr>
              <a:t>Puducherry Technological University</a:t>
            </a:r>
            <a:endParaRPr sz="2000" dirty="0"/>
          </a:p>
        </p:txBody>
      </p:sp>
      <p:sp>
        <p:nvSpPr>
          <p:cNvPr id="167" name="Google Shape;167;p1"/>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a:solidFill>
                  <a:srgbClr val="888888"/>
                </a:solidFill>
              </a:rPr>
              <a:t>17</a:t>
            </a:r>
            <a:r>
              <a:rPr lang="en-US" sz="1200" b="0" i="0" u="none" strike="noStrike" cap="none">
                <a:solidFill>
                  <a:srgbClr val="888888"/>
                </a:solidFill>
                <a:latin typeface="Arial" panose="020B0604020202020204"/>
                <a:cs typeface="Arial" panose="020B0604020202020204"/>
                <a:sym typeface="Arial" panose="020B0604020202020204"/>
              </a:rPr>
              <a:t>/03/2026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4"/>
          <a:stretch>
            <a:fillRect/>
          </a:stretch>
        </p:blipFill>
        <p:spPr>
          <a:xfrm>
            <a:off x="318654" y="63171"/>
            <a:ext cx="1170533" cy="1377815"/>
          </a:xfrm>
          <a:prstGeom prst="rect">
            <a:avLst/>
          </a:prstGeom>
        </p:spPr>
      </p:pic>
      <p:sp>
        <p:nvSpPr>
          <p:cNvPr id="3" name="Rectangle 2"/>
          <p:cNvSpPr/>
          <p:nvPr/>
        </p:nvSpPr>
        <p:spPr>
          <a:xfrm>
            <a:off x="1489187" y="63171"/>
            <a:ext cx="7571303" cy="1138773"/>
          </a:xfrm>
          <a:prstGeom prst="rect">
            <a:avLst/>
          </a:prstGeom>
        </p:spPr>
        <p:txBody>
          <a:bodyPr wrap="none">
            <a:spAutoFit/>
          </a:bodyPr>
          <a:lstStyle/>
          <a:p>
            <a:r>
              <a:rPr lang="en-US" sz="3600" b="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a:cs typeface="Times New Roman" panose="02020603050405020304"/>
                <a:sym typeface="Times New Roman" panose="02020603050405020304"/>
              </a:rPr>
              <a:t>Puducherry Technological University</a:t>
            </a:r>
          </a:p>
          <a:p>
            <a:r>
              <a:rPr lang="en-IN" sz="3200" b="1">
                <a:ln w="12700">
                  <a:solidFill>
                    <a:schemeClr val="tx2">
                      <a:lumMod val="75000"/>
                    </a:schemeClr>
                  </a:solidFill>
                  <a:prstDash val="solid"/>
                </a:ln>
                <a:solidFill>
                  <a:srgbClr val="FF0000"/>
                </a:solidFill>
                <a:effectLst>
                  <a:outerShdw dist="38100" dir="2640000" algn="bl" rotWithShape="0">
                    <a:schemeClr val="tx2">
                      <a:lumMod val="75000"/>
                    </a:schemeClr>
                  </a:outerShdw>
                </a:effectLst>
                <a:latin typeface="Times New Roman" panose="02020603050405020304"/>
                <a:cs typeface="Times New Roman" panose="02020603050405020304"/>
              </a:rPr>
              <a:t>   Department of Information Technology</a:t>
            </a:r>
            <a:endParaRPr lang="en-US" sz="3200" b="1">
              <a:ln w="12700">
                <a:solidFill>
                  <a:schemeClr val="tx2">
                    <a:lumMod val="75000"/>
                  </a:schemeClr>
                </a:solidFill>
                <a:prstDash val="solid"/>
              </a:ln>
              <a:solidFill>
                <a:srgbClr val="FF0000"/>
              </a:solidFill>
              <a:effectLst>
                <a:outerShdw dist="38100" dir="2640000" algn="bl" rotWithShape="0">
                  <a:schemeClr val="tx2">
                    <a:lumMod val="75000"/>
                  </a:schemeClr>
                </a:outerShdw>
              </a:effectLst>
              <a:latin typeface="Times New Roman" panose="02020603050405020304"/>
              <a:cs typeface="Times New Roman" panose="02020603050405020304"/>
              <a:sym typeface="Times New Roman" panose="02020603050405020304"/>
            </a:endParaRPr>
          </a:p>
        </p:txBody>
      </p:sp>
      <p:sp>
        <p:nvSpPr>
          <p:cNvPr id="4" name="Rectangle 3"/>
          <p:cNvSpPr/>
          <p:nvPr/>
        </p:nvSpPr>
        <p:spPr>
          <a:xfrm>
            <a:off x="2698231" y="5405026"/>
            <a:ext cx="6357256" cy="1323439"/>
          </a:xfrm>
          <a:prstGeom prst="rect">
            <a:avLst/>
          </a:prstGeom>
        </p:spPr>
        <p:txBody>
          <a:bodyPr wrap="square">
            <a:spAutoFit/>
          </a:bodyPr>
          <a:lstStyle/>
          <a:p>
            <a:pPr lvl="0" algn="ctr">
              <a:buClr>
                <a:schemeClr val="dk1"/>
              </a:buClr>
              <a:buSzPts val="2000"/>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Project By,</a:t>
            </a:r>
          </a:p>
          <a:p>
            <a:pPr lvl="0" algn="r">
              <a:buClr>
                <a:schemeClr val="dk1"/>
              </a:buClr>
              <a:buSzPts val="2000"/>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Mr. Arjun Christopher S </a:t>
            </a:r>
            <a:r>
              <a:rPr lang="en-US" sz="2000" b="1" dirty="0">
                <a:solidFill>
                  <a:schemeClr val="dk1"/>
                </a:solidFill>
                <a:latin typeface="Times New Roman" panose="02020603050405020304"/>
                <a:cs typeface="Times New Roman" panose="02020603050405020304"/>
                <a:sym typeface="Times New Roman" panose="02020603050405020304"/>
              </a:rPr>
              <a:t>(Reg No : 2201112007)</a:t>
            </a:r>
          </a:p>
          <a:p>
            <a:pPr algn="r">
              <a:buClr>
                <a:schemeClr val="dk1"/>
              </a:buClr>
              <a:buSzPts val="2000"/>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Miss. </a:t>
            </a:r>
            <a:r>
              <a:rPr lang="en-US" sz="2000" b="1"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Bhuvanalakshmi</a:t>
            </a: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J P </a:t>
            </a:r>
            <a:r>
              <a:rPr lang="en-US" sz="2000" b="1" dirty="0">
                <a:solidFill>
                  <a:schemeClr val="dk1"/>
                </a:solidFill>
                <a:latin typeface="Times New Roman" panose="02020603050405020304"/>
                <a:cs typeface="Times New Roman" panose="02020603050405020304"/>
                <a:sym typeface="Times New Roman" panose="02020603050405020304"/>
              </a:rPr>
              <a:t>(Reg No : 2201112009)</a:t>
            </a:r>
            <a:endParaRPr lang="en-US" sz="2000" b="1" dirty="0"/>
          </a:p>
          <a:p>
            <a:pPr algn="r">
              <a:buClr>
                <a:schemeClr val="dk1"/>
              </a:buClr>
              <a:buSzPts val="2000"/>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Miss. </a:t>
            </a:r>
            <a:r>
              <a:rPr lang="en-US" sz="2000" b="1"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Vantapati</a:t>
            </a: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Raja Rajeswari </a:t>
            </a:r>
            <a:r>
              <a:rPr lang="en-US" sz="2000" b="1" dirty="0">
                <a:solidFill>
                  <a:schemeClr val="dk1"/>
                </a:solidFill>
                <a:latin typeface="Times New Roman" panose="02020603050405020304"/>
                <a:cs typeface="Times New Roman" panose="02020603050405020304"/>
                <a:sym typeface="Times New Roman" panose="02020603050405020304"/>
              </a:rPr>
              <a:t>(Reg No : 2201112052)</a:t>
            </a:r>
            <a:endParaRPr lang="en-US" sz="2000" b="1" dirty="0"/>
          </a:p>
        </p:txBody>
      </p:sp>
      <p:sp>
        <p:nvSpPr>
          <p:cNvPr id="5" name="Slide Number Placeholder 4">
            <a:extLst>
              <a:ext uri="{FF2B5EF4-FFF2-40B4-BE49-F238E27FC236}">
                <a16:creationId xmlns:a16="http://schemas.microsoft.com/office/drawing/2014/main" id="{2847561C-467D-51B5-2E9E-F9B85ABF53AD}"/>
              </a:ext>
            </a:extLst>
          </p:cNvPr>
          <p:cNvSpPr>
            <a:spLocks noGrp="1"/>
          </p:cNvSpPr>
          <p:nvPr>
            <p:ph type="sldNum" sz="quarter" idx="12"/>
          </p:nvPr>
        </p:nvSpPr>
        <p:spPr/>
        <p:txBody>
          <a:bodyPr/>
          <a:lstStyle/>
          <a:p>
            <a:fld id="{00000000-1234-1234-1234-123412341234}" type="slidenum">
              <a:rPr lang="en-US" smtClean="0"/>
              <a:t>1</a:t>
            </a:fld>
            <a:endParaRPr 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81"/>
        <p:cNvGrpSpPr/>
        <p:nvPr/>
      </p:nvGrpSpPr>
      <p:grpSpPr>
        <a:xfrm>
          <a:off x="0" y="0"/>
          <a:ext cx="0" cy="0"/>
          <a:chOff x="0" y="0"/>
          <a:chExt cx="0" cy="0"/>
        </a:xfrm>
      </p:grpSpPr>
      <p:sp>
        <p:nvSpPr>
          <p:cNvPr id="182" name="Google Shape;182;p3"/>
          <p:cNvSpPr txBox="1">
            <a:spLocks noGrp="1"/>
          </p:cNvSpPr>
          <p:nvPr>
            <p:ph type="title"/>
          </p:nvPr>
        </p:nvSpPr>
        <p:spPr>
          <a:xfrm>
            <a:off x="0" y="-72309"/>
            <a:ext cx="9143998" cy="645577"/>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a:solidFill>
                  <a:srgbClr val="006600"/>
                </a:solidFill>
                <a:latin typeface="Bookman Old Style" panose="02050604050505020204" pitchFamily="18" charset="0"/>
                <a:cs typeface="Arial" panose="020B0604020202020204"/>
                <a:sym typeface="Times New Roman" panose="02020603050405020304"/>
              </a:rPr>
              <a:t>Agenda</a:t>
            </a:r>
            <a:endParaRPr sz="2800" b="1">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5" name="Google Shape;185;p3"/>
          <p:cNvSpPr txBox="1">
            <a:spLocks noGrp="1"/>
          </p:cNvSpPr>
          <p:nvPr>
            <p:ph idx="1"/>
          </p:nvPr>
        </p:nvSpPr>
        <p:spPr>
          <a:xfrm>
            <a:off x="-2" y="528886"/>
            <a:ext cx="9143999" cy="6050492"/>
          </a:xfrm>
          <a:prstGeom prst="rect">
            <a:avLst/>
          </a:prstGeom>
          <a:noFill/>
          <a:ln>
            <a:noFill/>
          </a:ln>
        </p:spPr>
        <p:txBody>
          <a:bodyPr spcFirstLastPara="1" wrap="square" lIns="91425" tIns="45700" rIns="91425" bIns="45700" anchor="t" anchorCtr="0">
            <a:noAutofit/>
          </a:bodyPr>
          <a:lstStyle/>
          <a:p>
            <a:pPr marL="468630" lvl="0" indent="-285750">
              <a:lnSpc>
                <a:spcPct val="150000"/>
              </a:lnSpc>
              <a:spcBef>
                <a:spcPts val="0"/>
              </a:spcBef>
              <a:buClr>
                <a:schemeClr val="dk1"/>
              </a:buClr>
              <a:buSzPts val="21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Abstract</a:t>
            </a:r>
          </a:p>
          <a:p>
            <a:pPr marL="468630" lvl="0" indent="-285750">
              <a:lnSpc>
                <a:spcPct val="150000"/>
              </a:lnSpc>
              <a:spcBef>
                <a:spcPts val="0"/>
              </a:spcBef>
              <a:buClr>
                <a:schemeClr val="dk1"/>
              </a:buClr>
              <a:buSzPts val="21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Techniques and Algorithms Used</a:t>
            </a:r>
          </a:p>
          <a:p>
            <a:pPr marL="468630" lvl="0" indent="-285750">
              <a:lnSpc>
                <a:spcPct val="150000"/>
              </a:lnSpc>
              <a:spcBef>
                <a:spcPts val="0"/>
              </a:spcBef>
              <a:buClr>
                <a:schemeClr val="dk1"/>
              </a:buClr>
              <a:buSzPts val="21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Literature Survey</a:t>
            </a:r>
          </a:p>
          <a:p>
            <a:pPr marL="468630" lvl="0" indent="-285750">
              <a:lnSpc>
                <a:spcPct val="150000"/>
              </a:lnSpc>
              <a:spcBef>
                <a:spcPts val="0"/>
              </a:spcBef>
              <a:buClr>
                <a:schemeClr val="dk1"/>
              </a:buClr>
              <a:buSzPts val="21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Proposed System Architecture of </a:t>
            </a:r>
            <a:r>
              <a:rPr lang="en-IN" sz="2000" dirty="0" err="1">
                <a:latin typeface="Times New Roman" panose="02020603050405020304" pitchFamily="18" charset="0"/>
                <a:cs typeface="Times New Roman" panose="02020603050405020304" pitchFamily="18" charset="0"/>
              </a:rPr>
              <a:t>AgriTwin</a:t>
            </a:r>
            <a:r>
              <a:rPr lang="en-IN" sz="2000" dirty="0">
                <a:latin typeface="Times New Roman" panose="02020603050405020304" pitchFamily="18" charset="0"/>
                <a:cs typeface="Times New Roman" panose="02020603050405020304" pitchFamily="18" charset="0"/>
              </a:rPr>
              <a:t>-GH</a:t>
            </a:r>
          </a:p>
          <a:p>
            <a:pPr marL="468630" lvl="0" indent="-285750">
              <a:lnSpc>
                <a:spcPct val="150000"/>
              </a:lnSpc>
              <a:spcBef>
                <a:spcPts val="0"/>
              </a:spcBef>
              <a:buClr>
                <a:schemeClr val="dk1"/>
              </a:buClr>
              <a:buSzPts val="21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Project Modules</a:t>
            </a:r>
          </a:p>
          <a:p>
            <a:pPr marL="1006475" lvl="2" indent="-285750" algn="just">
              <a:lnSpc>
                <a:spcPts val="2400"/>
              </a:lnSpc>
              <a:spcBef>
                <a:spcPts val="380"/>
              </a:spcBef>
              <a:buClr>
                <a:schemeClr val="dk1"/>
              </a:buClr>
              <a:buSzPts val="1900"/>
              <a:buFont typeface="Wingdings" panose="05000000000000000000" pitchFamily="2" charset="2"/>
              <a:buChar char="q"/>
            </a:pPr>
            <a:r>
              <a:rPr lang="en-US" sz="2000" dirty="0">
                <a:latin typeface="Bookman Old Style" panose="02050604050505020204" pitchFamily="18" charset="0"/>
                <a:cs typeface="Times New Roman" panose="02020603050405020304"/>
                <a:sym typeface="Times New Roman" panose="02020603050405020304"/>
              </a:rPr>
              <a:t>Module – I: </a:t>
            </a:r>
            <a:r>
              <a:rPr lang="en-US" sz="2000" dirty="0">
                <a:latin typeface="Times New Roman"/>
                <a:cs typeface="Times New Roman"/>
                <a:sym typeface="Times New Roman" panose="02020603050405020304"/>
              </a:rPr>
              <a:t>Data Processing</a:t>
            </a:r>
            <a:r>
              <a:rPr lang="en-US" sz="2000" dirty="0">
                <a:latin typeface="Times New Roman"/>
                <a:cs typeface="Times New Roman"/>
              </a:rPr>
              <a:t> and AI-Based Crop Intelligence</a:t>
            </a:r>
            <a:endParaRPr lang="en-US" sz="2000" i="0" u="none" strike="noStrike" cap="none" dirty="0">
              <a:latin typeface="Bookman Old Style" panose="02050604050505020204" pitchFamily="18" charset="0"/>
              <a:ea typeface="Times New Roman" panose="02020603050405020304"/>
              <a:cs typeface="Times New Roman" panose="02020603050405020304"/>
              <a:sym typeface="Times New Roman" panose="02020603050405020304"/>
            </a:endParaRPr>
          </a:p>
          <a:p>
            <a:pPr marL="1006475" lvl="2" indent="-285750" algn="just">
              <a:lnSpc>
                <a:spcPts val="2400"/>
              </a:lnSpc>
              <a:spcBef>
                <a:spcPts val="380"/>
              </a:spcBef>
              <a:buClr>
                <a:schemeClr val="dk1"/>
              </a:buClr>
              <a:buSzPts val="1900"/>
              <a:buFont typeface="Wingdings" panose="05000000000000000000" pitchFamily="2" charset="2"/>
              <a:buChar char="q"/>
            </a:pPr>
            <a:r>
              <a:rPr lang="en-US" sz="2000" dirty="0">
                <a:latin typeface="Bookman Old Style" panose="02050604050505020204" pitchFamily="18" charset="0"/>
                <a:cs typeface="Times New Roman" panose="02020603050405020304"/>
                <a:sym typeface="Times New Roman" panose="02020603050405020304"/>
              </a:rPr>
              <a:t>Module – II: </a:t>
            </a:r>
            <a:r>
              <a:rPr lang="en-US" sz="2000" dirty="0">
                <a:latin typeface="Times New Roman" panose="02020603050405020304" pitchFamily="18" charset="0"/>
                <a:cs typeface="Times New Roman" panose="02020603050405020304" pitchFamily="18" charset="0"/>
                <a:sym typeface="Times New Roman" panose="02020603050405020304"/>
              </a:rPr>
              <a:t>Predictive Analytics &amp; Crop Health Forecasting</a:t>
            </a:r>
            <a:endParaRPr lang="en-US" sz="2000" i="0" u="none" strike="noStrike" cap="none" dirty="0">
              <a:latin typeface="Bookman Old Style" panose="02050604050505020204" pitchFamily="18" charset="0"/>
              <a:ea typeface="Times New Roman" panose="02020603050405020304"/>
              <a:cs typeface="Times New Roman" panose="02020603050405020304"/>
              <a:sym typeface="Times New Roman" panose="02020603050405020304"/>
            </a:endParaRPr>
          </a:p>
          <a:p>
            <a:pPr marL="1006475" lvl="2" indent="-285750" algn="just">
              <a:lnSpc>
                <a:spcPts val="2400"/>
              </a:lnSpc>
              <a:spcBef>
                <a:spcPts val="380"/>
              </a:spcBef>
              <a:buClr>
                <a:schemeClr val="dk1"/>
              </a:buClr>
              <a:buSzPts val="1900"/>
              <a:buFont typeface="Wingdings" panose="05000000000000000000" pitchFamily="2" charset="2"/>
              <a:buChar char="q"/>
            </a:pPr>
            <a:r>
              <a:rPr lang="en-US" sz="2000" dirty="0">
                <a:latin typeface="Bookman Old Style" panose="02050604050505020204" pitchFamily="18" charset="0"/>
                <a:cs typeface="Times New Roman" panose="02020603050405020304"/>
                <a:sym typeface="Times New Roman" panose="02020603050405020304"/>
              </a:rPr>
              <a:t>Module – III: </a:t>
            </a:r>
            <a:r>
              <a:rPr lang="en-US" sz="2000" dirty="0">
                <a:latin typeface="Times New Roman" panose="02020603050405020304" pitchFamily="18" charset="0"/>
                <a:ea typeface="+mn-lt"/>
                <a:cs typeface="Times New Roman" panose="02020603050405020304" pitchFamily="18" charset="0"/>
                <a:sym typeface="Times New Roman" panose="02020603050405020304"/>
              </a:rPr>
              <a:t>Digital Twin Simulation and Intelligent Greenhouse Control  </a:t>
            </a:r>
            <a:r>
              <a:rPr lang="en-US" sz="2000" dirty="0">
                <a:latin typeface="Bookman Old Style" panose="02050604050505020204" pitchFamily="18" charset="0"/>
                <a:cs typeface="Times New Roman" panose="02020603050405020304"/>
                <a:sym typeface="Times New Roman" panose="02020603050405020304"/>
              </a:rPr>
              <a:t> </a:t>
            </a:r>
            <a:endParaRPr lang="en-IN" sz="2000" dirty="0">
              <a:latin typeface="Times New Roman" panose="02020603050405020304" pitchFamily="18" charset="0"/>
              <a:cs typeface="Times New Roman" panose="02020603050405020304" pitchFamily="18" charset="0"/>
            </a:endParaRPr>
          </a:p>
          <a:p>
            <a:pPr marL="468630" lvl="0" indent="-285750">
              <a:lnSpc>
                <a:spcPct val="150000"/>
              </a:lnSpc>
              <a:spcBef>
                <a:spcPts val="0"/>
              </a:spcBef>
              <a:buClr>
                <a:schemeClr val="dk1"/>
              </a:buClr>
              <a:buSzPts val="21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Module-1 Implementation</a:t>
            </a:r>
          </a:p>
          <a:p>
            <a:pPr marL="468630" lvl="0" indent="-285750">
              <a:lnSpc>
                <a:spcPct val="150000"/>
              </a:lnSpc>
              <a:spcBef>
                <a:spcPts val="0"/>
              </a:spcBef>
              <a:buClr>
                <a:schemeClr val="dk1"/>
              </a:buClr>
              <a:buSzPts val="21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Demonstration</a:t>
            </a:r>
          </a:p>
          <a:p>
            <a:pPr marL="468630" lvl="0" indent="-285750">
              <a:lnSpc>
                <a:spcPct val="150000"/>
              </a:lnSpc>
              <a:spcBef>
                <a:spcPts val="0"/>
              </a:spcBef>
              <a:buClr>
                <a:schemeClr val="dk1"/>
              </a:buClr>
              <a:buSzPts val="21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Results and Performance</a:t>
            </a:r>
          </a:p>
          <a:p>
            <a:pPr marL="468630" lvl="0" indent="-285750">
              <a:lnSpc>
                <a:spcPct val="150000"/>
              </a:lnSpc>
              <a:spcBef>
                <a:spcPts val="0"/>
              </a:spcBef>
              <a:buClr>
                <a:schemeClr val="dk1"/>
              </a:buClr>
              <a:buSzPts val="21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Datasets Used</a:t>
            </a:r>
          </a:p>
          <a:p>
            <a:pPr marL="468630" lvl="0" indent="-285750">
              <a:lnSpc>
                <a:spcPct val="150000"/>
              </a:lnSpc>
              <a:spcBef>
                <a:spcPts val="0"/>
              </a:spcBef>
              <a:buClr>
                <a:schemeClr val="dk1"/>
              </a:buClr>
              <a:buSzPts val="21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References</a:t>
            </a:r>
            <a:endParaRPr sz="2000" dirty="0">
              <a:latin typeface="Times New Roman" panose="02020603050405020304" pitchFamily="18" charset="0"/>
              <a:cs typeface="Times New Roman" panose="02020603050405020304" pitchFamily="18" charset="0"/>
            </a:endParaRPr>
          </a:p>
        </p:txBody>
      </p:sp>
      <p:cxnSp>
        <p:nvCxnSpPr>
          <p:cNvPr id="6" name="Google Shape;436;p31"/>
          <p:cNvCxnSpPr/>
          <p:nvPr/>
        </p:nvCxnSpPr>
        <p:spPr>
          <a:xfrm>
            <a:off x="0" y="527298"/>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20CE9F4D-64F9-12C4-FB4C-CC5E7AD2529E}"/>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a:solidFill>
                  <a:srgbClr val="888888"/>
                </a:solidFill>
              </a:rPr>
              <a:t>17</a:t>
            </a:r>
            <a:r>
              <a:rPr lang="en-US" sz="1200" b="0" i="0" u="none" strike="noStrike" cap="none">
                <a:solidFill>
                  <a:srgbClr val="888888"/>
                </a:solidFill>
                <a:latin typeface="Arial" panose="020B0604020202020204"/>
                <a:cs typeface="Arial" panose="020B0604020202020204"/>
                <a:sym typeface="Arial" panose="020B0604020202020204"/>
              </a:rPr>
              <a:t>/03/2026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12A7E98E-7E01-5AC5-83C3-BA0AAE4CCA0D}"/>
              </a:ext>
            </a:extLst>
          </p:cNvPr>
          <p:cNvSpPr>
            <a:spLocks noGrp="1"/>
          </p:cNvSpPr>
          <p:nvPr>
            <p:ph type="sldNum" sz="quarter" idx="12"/>
          </p:nvPr>
        </p:nvSpPr>
        <p:spPr/>
        <p:txBody>
          <a:bodyPr/>
          <a:lstStyle/>
          <a:p>
            <a:fld id="{00000000-1234-1234-1234-123412341234}" type="slidenum">
              <a:rPr lang="en-US" smtClean="0"/>
              <a:t>2</a:t>
            </a:fld>
            <a:endParaRPr 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e4eb6b47ed_0_0"/>
          <p:cNvSpPr txBox="1">
            <a:spLocks noGrp="1"/>
          </p:cNvSpPr>
          <p:nvPr>
            <p:ph type="title"/>
          </p:nvPr>
        </p:nvSpPr>
        <p:spPr>
          <a:xfrm>
            <a:off x="0" y="0"/>
            <a:ext cx="9144000" cy="708561"/>
          </a:xfrm>
          <a:prstGeom prst="rect">
            <a:avLst/>
          </a:prstGeom>
        </p:spPr>
        <p:txBody>
          <a:bodyPr spcFirstLastPara="1" wrap="square" lIns="91425" tIns="45700" rIns="91425" bIns="45700" anchor="ctr" anchorCtr="0">
            <a:noAutofit/>
          </a:bodyPr>
          <a:lstStyle/>
          <a:p>
            <a:pPr algn="ctr">
              <a:spcBef>
                <a:spcPts val="0"/>
              </a:spcBef>
              <a:buClr>
                <a:srgbClr val="000000"/>
              </a:buClr>
            </a:pPr>
            <a:r>
              <a:rPr lang="en-US" sz="2800" b="1" dirty="0">
                <a:solidFill>
                  <a:srgbClr val="006600"/>
                </a:solidFill>
                <a:latin typeface="Bookman Old Style" panose="02050604050505020204" pitchFamily="18" charset="0"/>
                <a:cs typeface="Arial" panose="020B0604020202020204"/>
                <a:sym typeface="Times New Roman" panose="02020603050405020304"/>
              </a:rPr>
              <a:t>Abstract</a:t>
            </a:r>
            <a:endParaRPr sz="2800" b="1" dirty="0">
              <a:solidFill>
                <a:srgbClr val="006600"/>
              </a:solidFill>
              <a:latin typeface="Bookman Old Style" panose="02050604050505020204" pitchFamily="18" charset="0"/>
              <a:cs typeface="Arial" panose="020B0604020202020204"/>
            </a:endParaRPr>
          </a:p>
        </p:txBody>
      </p:sp>
      <p:sp>
        <p:nvSpPr>
          <p:cNvPr id="200" name="Google Shape;200;ge4eb6b47ed_0_0"/>
          <p:cNvSpPr txBox="1">
            <a:spLocks noGrp="1"/>
          </p:cNvSpPr>
          <p:nvPr>
            <p:ph idx="1"/>
          </p:nvPr>
        </p:nvSpPr>
        <p:spPr>
          <a:xfrm>
            <a:off x="124754" y="829205"/>
            <a:ext cx="8894492" cy="5846232"/>
          </a:xfrm>
          <a:prstGeom prst="rect">
            <a:avLst/>
          </a:prstGeom>
        </p:spPr>
        <p:txBody>
          <a:bodyPr spcFirstLastPara="1" wrap="square" lIns="91425" tIns="45700" rIns="91425" bIns="45700" anchor="t" anchorCtr="0">
            <a:noAutofit/>
          </a:bodyPr>
          <a:lstStyle/>
          <a:p>
            <a:pPr algn="just">
              <a:lnSpc>
                <a:spcPct val="10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Greenhouse cultivation of high-value crops such as tomato is increasingly important for ensuring stable food production and improved crop quality.</a:t>
            </a:r>
          </a:p>
          <a:p>
            <a:pPr algn="just">
              <a:lnSpc>
                <a:spcPct val="10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Conventional greenhouse management systems rely on reactive monitoring and manual decision-making, which may lead to crop loss and excessive consumption of water, energy, and fertilizers. However, this cultivation method faces several challenges.</a:t>
            </a:r>
          </a:p>
          <a:p>
            <a:pPr algn="just">
              <a:lnSpc>
                <a:spcPct val="10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The proposed system </a:t>
            </a:r>
            <a:r>
              <a:rPr lang="en-US" sz="2000" dirty="0" err="1">
                <a:latin typeface="Times New Roman" panose="02020603050405020304" pitchFamily="18" charset="0"/>
                <a:cs typeface="Times New Roman" panose="02020603050405020304" pitchFamily="18" charset="0"/>
              </a:rPr>
              <a:t>AgriTwin</a:t>
            </a:r>
            <a:r>
              <a:rPr lang="en-US" sz="2000" dirty="0">
                <a:latin typeface="Times New Roman" panose="02020603050405020304" pitchFamily="18" charset="0"/>
                <a:cs typeface="Times New Roman" panose="02020603050405020304" pitchFamily="18" charset="0"/>
              </a:rPr>
              <a:t>-GH introduces a software-based AI-powered Digital Twin framework for intelligent greenhouse management.</a:t>
            </a:r>
          </a:p>
          <a:p>
            <a:pPr algn="just">
              <a:lnSpc>
                <a:spcPct val="10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The system utilizes environmental datasets and plant image datasets to analyze greenhouse conditions and crop health. The system enables predictive analysis of greenhouse conditions and disease risk, supporting proactive decision-making.</a:t>
            </a:r>
          </a:p>
          <a:p>
            <a:pPr algn="just">
              <a:lnSpc>
                <a:spcPct val="10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The framework improves crop productivity, early disease awareness, and efficient resource utilization while reducing unnecessary operational costs.</a:t>
            </a:r>
          </a:p>
          <a:p>
            <a:pPr algn="just">
              <a:lnSpc>
                <a:spcPct val="100000"/>
              </a:lnSpc>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The developed AI models achieved </a:t>
            </a:r>
            <a:r>
              <a:rPr lang="en-US" sz="2000" b="1" dirty="0">
                <a:latin typeface="Times New Roman" panose="02020603050405020304" pitchFamily="18" charset="0"/>
                <a:cs typeface="Times New Roman" panose="02020603050405020304" pitchFamily="18" charset="0"/>
              </a:rPr>
              <a:t>~98% </a:t>
            </a:r>
            <a:r>
              <a:rPr lang="en-US" sz="2000" dirty="0">
                <a:latin typeface="Times New Roman" panose="02020603050405020304" pitchFamily="18" charset="0"/>
                <a:cs typeface="Times New Roman" panose="02020603050405020304" pitchFamily="18" charset="0"/>
              </a:rPr>
              <a:t>accuracy for plant disease classification and growth stage classification, demonstrating high reliability for greenhouse crop monitoring.</a:t>
            </a:r>
          </a:p>
        </p:txBody>
      </p:sp>
      <p:cxnSp>
        <p:nvCxnSpPr>
          <p:cNvPr id="9" name="Google Shape;436;p31"/>
          <p:cNvCxnSpPr/>
          <p:nvPr/>
        </p:nvCxnSpPr>
        <p:spPr>
          <a:xfrm>
            <a:off x="0" y="696380"/>
            <a:ext cx="9144000" cy="1588"/>
          </a:xfrm>
          <a:prstGeom prst="straightConnector1">
            <a:avLst/>
          </a:prstGeom>
          <a:noFill/>
          <a:ln w="25400" cap="flat" cmpd="sng">
            <a:solidFill>
              <a:srgbClr val="800000"/>
            </a:solidFill>
            <a:prstDash val="solid"/>
            <a:round/>
            <a:headEnd type="none" w="sm" len="sm"/>
            <a:tailEnd type="none" w="sm" len="sm"/>
          </a:ln>
        </p:spPr>
      </p:cxnSp>
      <p:sp>
        <p:nvSpPr>
          <p:cNvPr id="4" name="Google Shape;167;p1">
            <a:extLst>
              <a:ext uri="{FF2B5EF4-FFF2-40B4-BE49-F238E27FC236}">
                <a16:creationId xmlns:a16="http://schemas.microsoft.com/office/drawing/2014/main" id="{F261BDF7-A2F4-1E1D-A188-938BF621285B}"/>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a:solidFill>
                  <a:srgbClr val="888888"/>
                </a:solidFill>
              </a:rPr>
              <a:t>17</a:t>
            </a:r>
            <a:r>
              <a:rPr lang="en-US" sz="1200" b="0" i="0" u="none" strike="noStrike" cap="none">
                <a:solidFill>
                  <a:srgbClr val="888888"/>
                </a:solidFill>
                <a:latin typeface="Arial" panose="020B0604020202020204"/>
                <a:cs typeface="Arial" panose="020B0604020202020204"/>
                <a:sym typeface="Arial" panose="020B0604020202020204"/>
              </a:rPr>
              <a:t>/03/2026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2" name="Slide Number Placeholder 1">
            <a:extLst>
              <a:ext uri="{FF2B5EF4-FFF2-40B4-BE49-F238E27FC236}">
                <a16:creationId xmlns:a16="http://schemas.microsoft.com/office/drawing/2014/main" id="{C471EC0A-EF7F-820D-AB80-5FD585EB10D6}"/>
              </a:ext>
            </a:extLst>
          </p:cNvPr>
          <p:cNvSpPr>
            <a:spLocks noGrp="1"/>
          </p:cNvSpPr>
          <p:nvPr>
            <p:ph type="sldNum" sz="quarter" idx="12"/>
          </p:nvPr>
        </p:nvSpPr>
        <p:spPr/>
        <p:txBody>
          <a:bodyPr/>
          <a:lstStyle/>
          <a:p>
            <a:fld id="{00000000-1234-1234-1234-123412341234}" type="slidenum">
              <a:rPr lang="en-US" smtClean="0"/>
              <a:t>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89">
          <a:extLst>
            <a:ext uri="{FF2B5EF4-FFF2-40B4-BE49-F238E27FC236}">
              <a16:creationId xmlns:a16="http://schemas.microsoft.com/office/drawing/2014/main" id="{9BBE7B25-1F8F-E905-5988-3F4A5E74B10E}"/>
            </a:ext>
          </a:extLst>
        </p:cNvPr>
        <p:cNvGrpSpPr/>
        <p:nvPr/>
      </p:nvGrpSpPr>
      <p:grpSpPr>
        <a:xfrm>
          <a:off x="0" y="0"/>
          <a:ext cx="0" cy="0"/>
          <a:chOff x="0" y="0"/>
          <a:chExt cx="0" cy="0"/>
        </a:xfrm>
      </p:grpSpPr>
      <p:sp>
        <p:nvSpPr>
          <p:cNvPr id="16" name="Google Shape;199;ge4eb6b47ed_0_0">
            <a:extLst>
              <a:ext uri="{FF2B5EF4-FFF2-40B4-BE49-F238E27FC236}">
                <a16:creationId xmlns:a16="http://schemas.microsoft.com/office/drawing/2014/main" id="{02F68282-8FB9-9A6B-DAEE-2D6E6B6E0797}"/>
              </a:ext>
            </a:extLst>
          </p:cNvPr>
          <p:cNvSpPr txBox="1">
            <a:spLocks noGrp="1"/>
          </p:cNvSpPr>
          <p:nvPr>
            <p:ph type="title"/>
          </p:nvPr>
        </p:nvSpPr>
        <p:spPr>
          <a:xfrm>
            <a:off x="0" y="0"/>
            <a:ext cx="9144000" cy="724424"/>
          </a:xfrm>
          <a:prstGeom prst="rect">
            <a:avLst/>
          </a:prstGeom>
        </p:spPr>
        <p:txBody>
          <a:bodyPr spcFirstLastPara="1" wrap="square" lIns="91425" tIns="45700" rIns="91425" bIns="45700" anchor="ctr" anchorCtr="0">
            <a:noAutofit/>
          </a:bodyPr>
          <a:lstStyle/>
          <a:p>
            <a:pPr algn="ctr">
              <a:spcBef>
                <a:spcPts val="0"/>
              </a:spcBef>
            </a:pPr>
            <a:r>
              <a:rPr lang="en-US" sz="2800" b="1" dirty="0">
                <a:solidFill>
                  <a:srgbClr val="006600"/>
                </a:solidFill>
                <a:latin typeface="Bookman Old Style"/>
                <a:ea typeface="+mj-lt"/>
                <a:cs typeface="+mj-lt"/>
                <a:sym typeface="Times New Roman" panose="02020603050405020304"/>
              </a:rPr>
              <a:t>Techniques and Algorithms Used</a:t>
            </a:r>
            <a:endParaRPr lang="en-US" b="1" dirty="0">
              <a:latin typeface="Bookman Old Style"/>
            </a:endParaRPr>
          </a:p>
        </p:txBody>
      </p:sp>
      <p:sp>
        <p:nvSpPr>
          <p:cNvPr id="6" name="Rectangle 5">
            <a:extLst>
              <a:ext uri="{FF2B5EF4-FFF2-40B4-BE49-F238E27FC236}">
                <a16:creationId xmlns:a16="http://schemas.microsoft.com/office/drawing/2014/main" id="{3E02174C-B627-E4E1-B397-F6DC979160BA}"/>
              </a:ext>
            </a:extLst>
          </p:cNvPr>
          <p:cNvSpPr/>
          <p:nvPr/>
        </p:nvSpPr>
        <p:spPr>
          <a:xfrm>
            <a:off x="444500" y="1393190"/>
            <a:ext cx="7096125" cy="4668520"/>
          </a:xfrm>
          <a:prstGeom prst="rect">
            <a:avLst/>
          </a:prstGeom>
        </p:spPr>
        <p:txBody>
          <a:bodyPr wrap="none">
            <a:noAutofit/>
          </a:bodyPr>
          <a:lstStyle/>
          <a:p>
            <a:pPr algn="ctr"/>
            <a:endParaRPr lang="en-US" sz="1600" b="1">
              <a:latin typeface="Bookman Old Style" panose="02050604050505020204" pitchFamily="18" charset="0"/>
              <a:cs typeface="Times New Roman" panose="02020603050405020304" pitchFamily="18" charset="0"/>
            </a:endParaRPr>
          </a:p>
        </p:txBody>
      </p:sp>
      <p:cxnSp>
        <p:nvCxnSpPr>
          <p:cNvPr id="7" name="Google Shape;436;p31">
            <a:extLst>
              <a:ext uri="{FF2B5EF4-FFF2-40B4-BE49-F238E27FC236}">
                <a16:creationId xmlns:a16="http://schemas.microsoft.com/office/drawing/2014/main" id="{5D91B034-EF6B-17E4-4C36-E189A3BF532D}"/>
              </a:ext>
            </a:extLst>
          </p:cNvPr>
          <p:cNvCxnSpPr/>
          <p:nvPr/>
        </p:nvCxnSpPr>
        <p:spPr>
          <a:xfrm>
            <a:off x="0" y="750637"/>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Text Box 1">
            <a:extLst>
              <a:ext uri="{FF2B5EF4-FFF2-40B4-BE49-F238E27FC236}">
                <a16:creationId xmlns:a16="http://schemas.microsoft.com/office/drawing/2014/main" id="{2CA452EB-167F-45F2-28F6-3668EA477C7C}"/>
              </a:ext>
            </a:extLst>
          </p:cNvPr>
          <p:cNvSpPr txBox="1"/>
          <p:nvPr/>
        </p:nvSpPr>
        <p:spPr>
          <a:xfrm>
            <a:off x="7289800" y="1609725"/>
            <a:ext cx="3048000" cy="306705"/>
          </a:xfrm>
          <a:prstGeom prst="rect">
            <a:avLst/>
          </a:prstGeom>
          <a:noFill/>
        </p:spPr>
        <p:txBody>
          <a:bodyPr wrap="square" rtlCol="0">
            <a:spAutoFit/>
          </a:bodyPr>
          <a:lstStyle/>
          <a:p>
            <a:endParaRPr lang="en-US"/>
          </a:p>
        </p:txBody>
      </p:sp>
      <p:sp>
        <p:nvSpPr>
          <p:cNvPr id="4" name="Google Shape;167;p1">
            <a:extLst>
              <a:ext uri="{FF2B5EF4-FFF2-40B4-BE49-F238E27FC236}">
                <a16:creationId xmlns:a16="http://schemas.microsoft.com/office/drawing/2014/main" id="{04AC0468-2400-FAAE-F19D-44054968FEC1}"/>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88888"/>
              </a:buClr>
              <a:buSzPts val="1200"/>
              <a:buFont typeface="Arial" panose="020B0604020202020204"/>
              <a:buNone/>
            </a:pPr>
            <a:r>
              <a:rPr lang="en-US" sz="1200">
                <a:solidFill>
                  <a:srgbClr val="888888"/>
                </a:solidFill>
              </a:rPr>
              <a:t>17</a:t>
            </a:r>
            <a:r>
              <a:rPr lang="en-US" sz="1200" b="0" i="0" u="none" strike="noStrike" cap="none">
                <a:solidFill>
                  <a:srgbClr val="888888"/>
                </a:solidFill>
                <a:latin typeface="Arial" panose="020B0604020202020204"/>
                <a:cs typeface="Arial" panose="020B0604020202020204"/>
                <a:sym typeface="Arial" panose="020B0604020202020204"/>
              </a:rPr>
              <a:t>/03/2026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8" name="TextBox 7">
            <a:extLst>
              <a:ext uri="{FF2B5EF4-FFF2-40B4-BE49-F238E27FC236}">
                <a16:creationId xmlns:a16="http://schemas.microsoft.com/office/drawing/2014/main" id="{996E2566-ACD1-C3C9-3056-22E3E8DB9B27}"/>
              </a:ext>
            </a:extLst>
          </p:cNvPr>
          <p:cNvSpPr txBox="1"/>
          <p:nvPr/>
        </p:nvSpPr>
        <p:spPr>
          <a:xfrm>
            <a:off x="2288866" y="6492875"/>
            <a:ext cx="184731" cy="307777"/>
          </a:xfrm>
          <a:prstGeom prst="rect">
            <a:avLst/>
          </a:prstGeom>
          <a:noFill/>
        </p:spPr>
        <p:txBody>
          <a:bodyPr wrap="none" rtlCol="0">
            <a:spAutoFit/>
          </a:bodyPr>
          <a:lstStyle/>
          <a:p>
            <a:endParaRPr lang="en-IN">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A5163FFB-9A8C-EB43-9547-69290C740FC6}"/>
              </a:ext>
            </a:extLst>
          </p:cNvPr>
          <p:cNvSpPr>
            <a:spLocks noGrp="1"/>
          </p:cNvSpPr>
          <p:nvPr>
            <p:ph type="sldNum" sz="quarter" idx="12"/>
          </p:nvPr>
        </p:nvSpPr>
        <p:spPr/>
        <p:txBody>
          <a:bodyPr/>
          <a:lstStyle/>
          <a:p>
            <a:fld id="{00000000-1234-1234-1234-123412341234}" type="slidenum">
              <a:rPr lang="en-US" smtClean="0"/>
              <a:t>4</a:t>
            </a:fld>
            <a:endParaRPr lang="en-US"/>
          </a:p>
        </p:txBody>
      </p:sp>
      <p:sp>
        <p:nvSpPr>
          <p:cNvPr id="9" name="Google Shape;200;ge4eb6b47ed_0_0">
            <a:extLst>
              <a:ext uri="{FF2B5EF4-FFF2-40B4-BE49-F238E27FC236}">
                <a16:creationId xmlns:a16="http://schemas.microsoft.com/office/drawing/2014/main" id="{572D2AFC-F192-8FA9-7DA0-9DD8C93FF109}"/>
              </a:ext>
            </a:extLst>
          </p:cNvPr>
          <p:cNvSpPr txBox="1">
            <a:spLocks noGrp="1"/>
          </p:cNvSpPr>
          <p:nvPr>
            <p:ph idx="1"/>
          </p:nvPr>
        </p:nvSpPr>
        <p:spPr>
          <a:xfrm>
            <a:off x="124754" y="750637"/>
            <a:ext cx="8894492" cy="3119740"/>
          </a:xfrm>
          <a:prstGeom prst="rect">
            <a:avLst/>
          </a:prstGeom>
        </p:spPr>
        <p:txBody>
          <a:bodyPr spcFirstLastPara="1" wrap="square" lIns="91425" tIns="45700" rIns="91425" bIns="45700" anchor="t" anchorCtr="0">
            <a:noAutofit/>
          </a:bodyPr>
          <a:lstStyle/>
          <a:p>
            <a:pPr marL="0" indent="0" algn="ctr">
              <a:buNone/>
            </a:pPr>
            <a:r>
              <a:rPr lang="en-US" sz="2200" b="1" dirty="0">
                <a:latin typeface="Times New Roman"/>
                <a:cs typeface="Times New Roman"/>
              </a:rPr>
              <a:t>Convolutional Neural Networks (CNN)</a:t>
            </a:r>
          </a:p>
          <a:p>
            <a:pPr marL="285750" indent="-285750" algn="just">
              <a:buFont typeface="Wingdings" panose="020B0604020202020204" pitchFamily="34" charset="0"/>
              <a:buChar char="q"/>
            </a:pPr>
            <a:r>
              <a:rPr lang="en-US" sz="2000" dirty="0">
                <a:latin typeface="Times New Roman"/>
                <a:cs typeface="Times New Roman"/>
              </a:rPr>
              <a:t>Convolutional Neural Networks are specialized deep learning models designed for image recognition and computer vision applications.</a:t>
            </a:r>
          </a:p>
          <a:p>
            <a:pPr marL="285750" indent="-285750" algn="just">
              <a:buFont typeface="Wingdings" panose="020B0604020202020204" pitchFamily="34" charset="0"/>
              <a:buChar char="q"/>
            </a:pPr>
            <a:r>
              <a:rPr lang="en-US" sz="2000" dirty="0">
                <a:latin typeface="Times New Roman"/>
                <a:cs typeface="Times New Roman"/>
              </a:rPr>
              <a:t>The architecture consists of convolution layers, pooling layers, and fully connected layers that progressively learn visual representations of plant conditions. Convolution layers capture spatial patterns in the image, while pooling layers reduce dimensionality and improve computational efficiency.</a:t>
            </a:r>
          </a:p>
          <a:p>
            <a:pPr marL="285750" indent="-285750" algn="just">
              <a:buFont typeface="Wingdings" panose="020B0604020202020204" pitchFamily="34" charset="0"/>
              <a:buChar char="q"/>
            </a:pPr>
            <a:r>
              <a:rPr lang="en-US" sz="2000" dirty="0">
                <a:latin typeface="Times New Roman"/>
                <a:cs typeface="Times New Roman"/>
              </a:rPr>
              <a:t>The final classification layers use the extracted features to categorize images into specific disease or growth stage classes.</a:t>
            </a:r>
          </a:p>
        </p:txBody>
      </p:sp>
      <p:sp>
        <p:nvSpPr>
          <p:cNvPr id="11" name="Google Shape;200;ge4eb6b47ed_0_0">
            <a:extLst>
              <a:ext uri="{FF2B5EF4-FFF2-40B4-BE49-F238E27FC236}">
                <a16:creationId xmlns:a16="http://schemas.microsoft.com/office/drawing/2014/main" id="{A878DCC8-1477-1A77-2914-56223C7898A9}"/>
              </a:ext>
            </a:extLst>
          </p:cNvPr>
          <p:cNvSpPr txBox="1">
            <a:spLocks/>
          </p:cNvSpPr>
          <p:nvPr/>
        </p:nvSpPr>
        <p:spPr>
          <a:xfrm>
            <a:off x="124754" y="3716803"/>
            <a:ext cx="8854354" cy="3062944"/>
          </a:xfrm>
          <a:prstGeom prst="rect">
            <a:avLst/>
          </a:prstGeom>
        </p:spPr>
        <p:txBody>
          <a:bodyPr spcFirstLastPara="1" vert="horz" wrap="square" lIns="91425" tIns="45700" rIns="91425" bIns="45700" rtlCol="0"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algn="ctr">
              <a:buClrTx/>
              <a:buFont typeface="Arial" panose="020B0604020202020204" pitchFamily="34" charset="0"/>
              <a:buNone/>
            </a:pPr>
            <a:r>
              <a:rPr lang="en-US" sz="2200" b="1" dirty="0">
                <a:latin typeface="Times New Roman"/>
                <a:cs typeface="Times New Roman"/>
              </a:rPr>
              <a:t>Transfer Learning</a:t>
            </a:r>
            <a:endParaRPr lang="en-US" sz="2000" dirty="0">
              <a:latin typeface="Times New Roman"/>
              <a:cs typeface="Times New Roman"/>
            </a:endParaRPr>
          </a:p>
          <a:p>
            <a:pPr marL="285750" indent="-285750" algn="just">
              <a:buClrTx/>
              <a:buFont typeface="Wingdings" panose="020B0604020202020204" pitchFamily="34" charset="0"/>
              <a:buChar char="q"/>
            </a:pPr>
            <a:r>
              <a:rPr lang="en-US" sz="2000" dirty="0">
                <a:latin typeface="Times New Roman"/>
                <a:cs typeface="Times New Roman"/>
              </a:rPr>
              <a:t> </a:t>
            </a:r>
            <a:r>
              <a:rPr lang="en-US" sz="2000" dirty="0">
                <a:latin typeface="Times New Roman" panose="02020603050405020304" pitchFamily="18" charset="0"/>
                <a:cs typeface="Times New Roman" panose="02020603050405020304" pitchFamily="18" charset="0"/>
              </a:rPr>
              <a:t>Transfer learning is a machine learning technique where a model trained on a large dataset is reused and adapted for a related task. Instead of training from scratch, the model leverages previously learned knowledge to improve performance and reduce training time.</a:t>
            </a:r>
          </a:p>
          <a:p>
            <a:pPr marL="285750" indent="-285750" algn="just">
              <a:buClrTx/>
              <a:buFont typeface="Wingdings" panose="020B0604020202020204" pitchFamily="34" charset="0"/>
              <a:buChar char="q"/>
            </a:pPr>
            <a:r>
              <a:rPr lang="en-US" sz="2000" dirty="0">
                <a:latin typeface="Times New Roman"/>
                <a:cs typeface="Times New Roman"/>
              </a:rPr>
              <a:t>The learned visual features from large datasets are transferred and fine-tuned using agricultural plant image datasets.</a:t>
            </a:r>
          </a:p>
          <a:p>
            <a:pPr marL="285750" indent="-285750" algn="just">
              <a:buClrTx/>
              <a:buFont typeface="Wingdings" panose="020B0604020202020204" pitchFamily="34" charset="0"/>
              <a:buChar char="q"/>
            </a:pPr>
            <a:r>
              <a:rPr lang="en-US" sz="2000" dirty="0">
                <a:latin typeface="Times New Roman"/>
                <a:cs typeface="Times New Roman"/>
              </a:rPr>
              <a:t>Transfer learning also improves model accuracy when the available dataset is relatively small.</a:t>
            </a:r>
          </a:p>
        </p:txBody>
      </p:sp>
    </p:spTree>
    <p:extLst>
      <p:ext uri="{BB962C8B-B14F-4D97-AF65-F5344CB8AC3E}">
        <p14:creationId xmlns:p14="http://schemas.microsoft.com/office/powerpoint/2010/main" val="11276680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89">
          <a:extLst>
            <a:ext uri="{FF2B5EF4-FFF2-40B4-BE49-F238E27FC236}">
              <a16:creationId xmlns:a16="http://schemas.microsoft.com/office/drawing/2014/main" id="{A5A64CF0-EACE-D283-4A57-9FC96CA60703}"/>
            </a:ext>
          </a:extLst>
        </p:cNvPr>
        <p:cNvGrpSpPr/>
        <p:nvPr/>
      </p:nvGrpSpPr>
      <p:grpSpPr>
        <a:xfrm>
          <a:off x="0" y="0"/>
          <a:ext cx="0" cy="0"/>
          <a:chOff x="0" y="0"/>
          <a:chExt cx="0" cy="0"/>
        </a:xfrm>
      </p:grpSpPr>
      <p:sp>
        <p:nvSpPr>
          <p:cNvPr id="16" name="Google Shape;199;ge4eb6b47ed_0_0">
            <a:extLst>
              <a:ext uri="{FF2B5EF4-FFF2-40B4-BE49-F238E27FC236}">
                <a16:creationId xmlns:a16="http://schemas.microsoft.com/office/drawing/2014/main" id="{406C88BD-E08E-7CB9-AB54-0ED772CDE00F}"/>
              </a:ext>
            </a:extLst>
          </p:cNvPr>
          <p:cNvSpPr txBox="1">
            <a:spLocks noGrp="1"/>
          </p:cNvSpPr>
          <p:nvPr>
            <p:ph type="title"/>
          </p:nvPr>
        </p:nvSpPr>
        <p:spPr>
          <a:xfrm>
            <a:off x="0" y="0"/>
            <a:ext cx="9144000" cy="724424"/>
          </a:xfrm>
          <a:prstGeom prst="rect">
            <a:avLst/>
          </a:prstGeom>
        </p:spPr>
        <p:txBody>
          <a:bodyPr spcFirstLastPara="1" wrap="square" lIns="91425" tIns="45700" rIns="91425" bIns="45700" anchor="ctr" anchorCtr="0">
            <a:noAutofit/>
          </a:bodyPr>
          <a:lstStyle/>
          <a:p>
            <a:pPr algn="ctr">
              <a:spcBef>
                <a:spcPts val="0"/>
              </a:spcBef>
            </a:pPr>
            <a:r>
              <a:rPr lang="en-US" sz="2800" b="1" dirty="0">
                <a:solidFill>
                  <a:srgbClr val="006600"/>
                </a:solidFill>
                <a:latin typeface="Bookman Old Style"/>
                <a:ea typeface="+mj-lt"/>
                <a:cs typeface="+mj-lt"/>
                <a:sym typeface="Times New Roman" panose="02020603050405020304"/>
              </a:rPr>
              <a:t>Techniques and Algorithms Used (Contd..)</a:t>
            </a:r>
            <a:endParaRPr lang="en-US" b="1" dirty="0">
              <a:latin typeface="Bookman Old Style"/>
            </a:endParaRPr>
          </a:p>
        </p:txBody>
      </p:sp>
      <p:sp>
        <p:nvSpPr>
          <p:cNvPr id="6" name="Rectangle 5">
            <a:extLst>
              <a:ext uri="{FF2B5EF4-FFF2-40B4-BE49-F238E27FC236}">
                <a16:creationId xmlns:a16="http://schemas.microsoft.com/office/drawing/2014/main" id="{6253CEDE-6993-24C6-61C4-18DCF46CBFBE}"/>
              </a:ext>
            </a:extLst>
          </p:cNvPr>
          <p:cNvSpPr/>
          <p:nvPr/>
        </p:nvSpPr>
        <p:spPr>
          <a:xfrm>
            <a:off x="444500" y="1393190"/>
            <a:ext cx="7096125" cy="4668520"/>
          </a:xfrm>
          <a:prstGeom prst="rect">
            <a:avLst/>
          </a:prstGeom>
        </p:spPr>
        <p:txBody>
          <a:bodyPr wrap="none">
            <a:noAutofit/>
          </a:bodyPr>
          <a:lstStyle/>
          <a:p>
            <a:pPr algn="ctr"/>
            <a:endParaRPr lang="en-US" sz="1600" b="1">
              <a:latin typeface="Bookman Old Style" panose="02050604050505020204" pitchFamily="18" charset="0"/>
              <a:cs typeface="Times New Roman" panose="02020603050405020304" pitchFamily="18" charset="0"/>
            </a:endParaRPr>
          </a:p>
        </p:txBody>
      </p:sp>
      <p:cxnSp>
        <p:nvCxnSpPr>
          <p:cNvPr id="7" name="Google Shape;436;p31">
            <a:extLst>
              <a:ext uri="{FF2B5EF4-FFF2-40B4-BE49-F238E27FC236}">
                <a16:creationId xmlns:a16="http://schemas.microsoft.com/office/drawing/2014/main" id="{9F85C9AB-6441-FF0A-EA0E-510C6D8F25B2}"/>
              </a:ext>
            </a:extLst>
          </p:cNvPr>
          <p:cNvCxnSpPr/>
          <p:nvPr/>
        </p:nvCxnSpPr>
        <p:spPr>
          <a:xfrm>
            <a:off x="0" y="750637"/>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Text Box 1">
            <a:extLst>
              <a:ext uri="{FF2B5EF4-FFF2-40B4-BE49-F238E27FC236}">
                <a16:creationId xmlns:a16="http://schemas.microsoft.com/office/drawing/2014/main" id="{1FBF6F79-03EB-D604-FC44-F0CADB4C49E2}"/>
              </a:ext>
            </a:extLst>
          </p:cNvPr>
          <p:cNvSpPr txBox="1"/>
          <p:nvPr/>
        </p:nvSpPr>
        <p:spPr>
          <a:xfrm>
            <a:off x="7289800" y="1609725"/>
            <a:ext cx="3048000" cy="306705"/>
          </a:xfrm>
          <a:prstGeom prst="rect">
            <a:avLst/>
          </a:prstGeom>
          <a:noFill/>
        </p:spPr>
        <p:txBody>
          <a:bodyPr wrap="square" rtlCol="0">
            <a:spAutoFit/>
          </a:bodyPr>
          <a:lstStyle/>
          <a:p>
            <a:endParaRPr lang="en-US"/>
          </a:p>
        </p:txBody>
      </p:sp>
      <p:sp>
        <p:nvSpPr>
          <p:cNvPr id="4" name="Google Shape;167;p1">
            <a:extLst>
              <a:ext uri="{FF2B5EF4-FFF2-40B4-BE49-F238E27FC236}">
                <a16:creationId xmlns:a16="http://schemas.microsoft.com/office/drawing/2014/main" id="{15774469-EDC7-F136-7E64-9E1468BB5664}"/>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8" name="TextBox 7">
            <a:extLst>
              <a:ext uri="{FF2B5EF4-FFF2-40B4-BE49-F238E27FC236}">
                <a16:creationId xmlns:a16="http://schemas.microsoft.com/office/drawing/2014/main" id="{EBF08A1B-0E8E-F9BF-4AD5-A24248B54AB6}"/>
              </a:ext>
            </a:extLst>
          </p:cNvPr>
          <p:cNvSpPr txBox="1"/>
          <p:nvPr/>
        </p:nvSpPr>
        <p:spPr>
          <a:xfrm>
            <a:off x="2288866" y="6492875"/>
            <a:ext cx="184731" cy="307777"/>
          </a:xfrm>
          <a:prstGeom prst="rect">
            <a:avLst/>
          </a:prstGeom>
          <a:noFill/>
        </p:spPr>
        <p:txBody>
          <a:bodyPr wrap="none" rtlCol="0">
            <a:spAutoFit/>
          </a:bodyPr>
          <a:lstStyle/>
          <a:p>
            <a:endParaRPr lang="en-IN">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1DF2D1F2-C100-03D8-319D-79A9FE8380BB}"/>
              </a:ext>
            </a:extLst>
          </p:cNvPr>
          <p:cNvSpPr>
            <a:spLocks noGrp="1"/>
          </p:cNvSpPr>
          <p:nvPr>
            <p:ph type="sldNum" sz="quarter" idx="12"/>
          </p:nvPr>
        </p:nvSpPr>
        <p:spPr/>
        <p:txBody>
          <a:bodyPr/>
          <a:lstStyle/>
          <a:p>
            <a:fld id="{00000000-1234-1234-1234-123412341234}" type="slidenum">
              <a:rPr lang="en-US" smtClean="0"/>
              <a:t>5</a:t>
            </a:fld>
            <a:endParaRPr lang="en-US"/>
          </a:p>
        </p:txBody>
      </p:sp>
      <p:sp>
        <p:nvSpPr>
          <p:cNvPr id="9" name="Google Shape;200;ge4eb6b47ed_0_0">
            <a:extLst>
              <a:ext uri="{FF2B5EF4-FFF2-40B4-BE49-F238E27FC236}">
                <a16:creationId xmlns:a16="http://schemas.microsoft.com/office/drawing/2014/main" id="{C1966C2E-B7E8-FA81-48D1-01A9480F7E70}"/>
              </a:ext>
            </a:extLst>
          </p:cNvPr>
          <p:cNvSpPr txBox="1">
            <a:spLocks noGrp="1"/>
          </p:cNvSpPr>
          <p:nvPr>
            <p:ph idx="1"/>
          </p:nvPr>
        </p:nvSpPr>
        <p:spPr>
          <a:xfrm>
            <a:off x="144823" y="839195"/>
            <a:ext cx="8854354" cy="2952848"/>
          </a:xfrm>
          <a:prstGeom prst="rect">
            <a:avLst/>
          </a:prstGeom>
        </p:spPr>
        <p:txBody>
          <a:bodyPr spcFirstLastPara="1" wrap="square" lIns="91425" tIns="45700" rIns="91425" bIns="45700" anchor="t" anchorCtr="0">
            <a:noAutofit/>
          </a:bodyPr>
          <a:lstStyle/>
          <a:p>
            <a:pPr marL="342900" lvl="1" indent="0" algn="ctr">
              <a:buNone/>
            </a:pPr>
            <a:r>
              <a:rPr lang="en-US" sz="2200" b="1" dirty="0" err="1">
                <a:latin typeface="Times New Roman"/>
                <a:cs typeface="Times New Roman"/>
              </a:rPr>
              <a:t>EfficientNet</a:t>
            </a:r>
            <a:r>
              <a:rPr lang="en-US" sz="2200" b="1" dirty="0">
                <a:latin typeface="Times New Roman"/>
                <a:cs typeface="Times New Roman"/>
              </a:rPr>
              <a:t> Architecture</a:t>
            </a:r>
            <a:endParaRPr lang="en-US" sz="2200" dirty="0">
              <a:latin typeface="Times New Roman"/>
              <a:cs typeface="Times New Roman"/>
            </a:endParaRPr>
          </a:p>
          <a:p>
            <a:pPr marL="342900" indent="-342900" algn="just">
              <a:buFont typeface="Wingdings" panose="020B0604020202020204" pitchFamily="34" charset="0"/>
              <a:buChar char="q"/>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EfficientNet</a:t>
            </a:r>
            <a:r>
              <a:rPr lang="en-US" sz="2000" dirty="0">
                <a:latin typeface="Times New Roman" panose="02020603050405020304" pitchFamily="18" charset="0"/>
                <a:cs typeface="Times New Roman" panose="02020603050405020304" pitchFamily="18" charset="0"/>
              </a:rPr>
              <a:t> is a modern deep learning architecture developed to achieve high image classification accuracy while maintaining strong computational efficiency.</a:t>
            </a:r>
          </a:p>
          <a:p>
            <a:pPr marL="342900" indent="-342900" algn="just">
              <a:buFont typeface="Wingdings" panose="020B0604020202020204" pitchFamily="34" charset="0"/>
              <a:buChar char="q"/>
            </a:pPr>
            <a:r>
              <a:rPr lang="en-US" sz="2000" dirty="0">
                <a:latin typeface="Times New Roman" panose="02020603050405020304" pitchFamily="18" charset="0"/>
                <a:cs typeface="Times New Roman" panose="02020603050405020304" pitchFamily="18" charset="0"/>
              </a:rPr>
              <a:t>It was designed to improve the performance of convolutional neural networks while reducing the number of parameters and computational resources required for training.</a:t>
            </a:r>
          </a:p>
          <a:p>
            <a:pPr marL="342900" indent="-342900" algn="just">
              <a:buFont typeface="Wingdings" panose="020B0604020202020204" pitchFamily="34" charset="0"/>
              <a:buChar char="q"/>
            </a:pPr>
            <a:r>
              <a:rPr lang="en-US" sz="2000" dirty="0" err="1">
                <a:latin typeface="Times New Roman"/>
                <a:cs typeface="Times New Roman"/>
              </a:rPr>
              <a:t>EfficientNet</a:t>
            </a:r>
            <a:r>
              <a:rPr lang="en-US" sz="2000" dirty="0">
                <a:latin typeface="Times New Roman"/>
                <a:cs typeface="Times New Roman"/>
              </a:rPr>
              <a:t> models have demonstrated strong performance in many image classification tasks. </a:t>
            </a:r>
            <a:r>
              <a:rPr lang="en-US" sz="2000" dirty="0">
                <a:latin typeface="Times New Roman" panose="02020603050405020304" pitchFamily="18" charset="0"/>
                <a:cs typeface="Times New Roman" panose="02020603050405020304" pitchFamily="18" charset="0"/>
              </a:rPr>
              <a:t>Their ability to capture detailed visual patterns makes them particularly suitable for applications involving complex image data.</a:t>
            </a:r>
          </a:p>
        </p:txBody>
      </p:sp>
      <p:sp>
        <p:nvSpPr>
          <p:cNvPr id="5" name="Text Box 4">
            <a:extLst>
              <a:ext uri="{FF2B5EF4-FFF2-40B4-BE49-F238E27FC236}">
                <a16:creationId xmlns:a16="http://schemas.microsoft.com/office/drawing/2014/main" id="{F7B22596-D5D3-C1FC-90CC-DBE0745C34B3}"/>
              </a:ext>
            </a:extLst>
          </p:cNvPr>
          <p:cNvSpPr txBox="1"/>
          <p:nvPr/>
        </p:nvSpPr>
        <p:spPr>
          <a:xfrm>
            <a:off x="144823" y="3849391"/>
            <a:ext cx="8854354" cy="2951261"/>
          </a:xfrm>
          <a:prstGeom prst="rect">
            <a:avLst/>
          </a:prstGeom>
          <a:noFill/>
        </p:spPr>
        <p:txBody>
          <a:bodyPr wrap="square" lIns="91440" tIns="45720" rIns="91440" bIns="45720" rtlCol="0" anchor="t">
            <a:noAutofit/>
          </a:bodyPr>
          <a:lstStyle/>
          <a:p>
            <a:pPr lvl="1" algn="ctr"/>
            <a:r>
              <a:rPr lang="en-US" sz="2200" b="1" dirty="0">
                <a:latin typeface="Times New Roman"/>
                <a:cs typeface="Times New Roman"/>
              </a:rPr>
              <a:t>Image Data Augmentation</a:t>
            </a:r>
            <a:endParaRPr lang="en-US" sz="2200" dirty="0">
              <a:latin typeface="Times New Roman"/>
              <a:cs typeface="Times New Roman"/>
            </a:endParaRPr>
          </a:p>
          <a:p>
            <a:pPr marL="342900" indent="-342900" algn="just">
              <a:buFont typeface="Wingdings" panose="020B0604020202020204" pitchFamily="34" charset="0"/>
              <a:buChar char="q"/>
            </a:pPr>
            <a:r>
              <a:rPr lang="en-US" sz="2000" dirty="0">
                <a:latin typeface="Times New Roman" panose="02020603050405020304" pitchFamily="18" charset="0"/>
                <a:cs typeface="Times New Roman" panose="02020603050405020304" pitchFamily="18" charset="0"/>
              </a:rPr>
              <a:t>Image data augmentation is a deep learning technique that increases the size and diversity of a dataset by applying transformations to existing images. It generates new variations of the data without collecting additional images, helping improve model training and robustness.</a:t>
            </a:r>
          </a:p>
          <a:p>
            <a:pPr marL="342900" indent="-342900" algn="just">
              <a:buFont typeface="Wingdings" panose="020B0604020202020204" pitchFamily="34" charset="0"/>
              <a:buChar char="q"/>
            </a:pPr>
            <a:r>
              <a:rPr lang="en-US" sz="2000" dirty="0">
                <a:latin typeface="Times New Roman"/>
                <a:cs typeface="Times New Roman"/>
              </a:rPr>
              <a:t>Augmentation introduces variations that simulate real-world imaging conditions.</a:t>
            </a:r>
          </a:p>
          <a:p>
            <a:pPr marL="342900" indent="-342900" algn="just">
              <a:buFont typeface="Wingdings" panose="020B0604020202020204" pitchFamily="34" charset="0"/>
              <a:buChar char="q"/>
            </a:pPr>
            <a:r>
              <a:rPr lang="en-US" sz="2000" dirty="0">
                <a:latin typeface="Times New Roman"/>
                <a:cs typeface="Times New Roman"/>
              </a:rPr>
              <a:t>This helps the deep learning model learn robust visual features and reduces the risk of overfitting.</a:t>
            </a:r>
          </a:p>
        </p:txBody>
      </p:sp>
    </p:spTree>
    <p:extLst>
      <p:ext uri="{BB962C8B-B14F-4D97-AF65-F5344CB8AC3E}">
        <p14:creationId xmlns:p14="http://schemas.microsoft.com/office/powerpoint/2010/main" val="30292792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graphicFrame>
        <p:nvGraphicFramePr>
          <p:cNvPr id="265" name="Google Shape;265;p11"/>
          <p:cNvGraphicFramePr/>
          <p:nvPr>
            <p:custDataLst>
              <p:tags r:id="rId1"/>
            </p:custDataLst>
            <p:extLst>
              <p:ext uri="{D42A27DB-BD31-4B8C-83A1-F6EECF244321}">
                <p14:modId xmlns:p14="http://schemas.microsoft.com/office/powerpoint/2010/main" val="529604936"/>
              </p:ext>
            </p:extLst>
          </p:nvPr>
        </p:nvGraphicFramePr>
        <p:xfrm>
          <a:off x="146485" y="862600"/>
          <a:ext cx="8839174" cy="5588329"/>
        </p:xfrm>
        <a:graphic>
          <a:graphicData uri="http://schemas.openxmlformats.org/drawingml/2006/table">
            <a:tbl>
              <a:tblPr firstRow="1" bandRow="1">
                <a:noFill/>
                <a:tableStyleId>{56D51072-94E4-4FC1-8697-D52FD32A7993}</a:tableStyleId>
              </a:tblPr>
              <a:tblGrid>
                <a:gridCol w="627786">
                  <a:extLst>
                    <a:ext uri="{9D8B030D-6E8A-4147-A177-3AD203B41FA5}">
                      <a16:colId xmlns:a16="http://schemas.microsoft.com/office/drawing/2014/main" val="20000"/>
                    </a:ext>
                  </a:extLst>
                </a:gridCol>
                <a:gridCol w="1694889">
                  <a:extLst>
                    <a:ext uri="{9D8B030D-6E8A-4147-A177-3AD203B41FA5}">
                      <a16:colId xmlns:a16="http://schemas.microsoft.com/office/drawing/2014/main" val="20001"/>
                    </a:ext>
                  </a:extLst>
                </a:gridCol>
                <a:gridCol w="1610845">
                  <a:extLst>
                    <a:ext uri="{9D8B030D-6E8A-4147-A177-3AD203B41FA5}">
                      <a16:colId xmlns:a16="http://schemas.microsoft.com/office/drawing/2014/main" val="20002"/>
                    </a:ext>
                  </a:extLst>
                </a:gridCol>
                <a:gridCol w="2344607">
                  <a:extLst>
                    <a:ext uri="{9D8B030D-6E8A-4147-A177-3AD203B41FA5}">
                      <a16:colId xmlns:a16="http://schemas.microsoft.com/office/drawing/2014/main" val="20003"/>
                    </a:ext>
                  </a:extLst>
                </a:gridCol>
                <a:gridCol w="2561047">
                  <a:extLst>
                    <a:ext uri="{9D8B030D-6E8A-4147-A177-3AD203B41FA5}">
                      <a16:colId xmlns:a16="http://schemas.microsoft.com/office/drawing/2014/main" val="20004"/>
                    </a:ext>
                  </a:extLst>
                </a:gridCol>
              </a:tblGrid>
              <a:tr h="787699">
                <a:tc>
                  <a:txBody>
                    <a:bodyPr/>
                    <a:lstStyle/>
                    <a:p>
                      <a:pPr marL="0" marR="0" lvl="0" indent="0" algn="l" rtl="0">
                        <a:spcBef>
                          <a:spcPts val="0"/>
                        </a:spcBef>
                        <a:spcAft>
                          <a:spcPts val="0"/>
                        </a:spcAft>
                        <a:buNone/>
                      </a:pPr>
                      <a:r>
                        <a:rPr lang="en-US" sz="135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 No.</a:t>
                      </a:r>
                    </a:p>
                  </a:txBody>
                  <a:tcPr marL="91450" marR="91450" marT="35175" marB="35175" anchor="ctr" anchorCtr="1"/>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en-US" sz="135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Title </a:t>
                      </a:r>
                      <a:r>
                        <a:rPr lang="en-US" sz="1350" b="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of Paper</a:t>
                      </a:r>
                      <a:endParaRPr lang="en-US" sz="1350"/>
                    </a:p>
                    <a:p>
                      <a:pPr marL="0" marR="0" lvl="0" indent="0" algn="l" rtl="0">
                        <a:spcBef>
                          <a:spcPts val="0"/>
                        </a:spcBef>
                        <a:spcAft>
                          <a:spcPts val="0"/>
                        </a:spcAft>
                        <a:buNone/>
                      </a:pPr>
                      <a:endParaRPr sz="1350"/>
                    </a:p>
                  </a:txBody>
                  <a:tcPr marL="91450" marR="91450" marT="35175" marB="35175" anchor="ctr" anchorCtr="1"/>
                </a:tc>
                <a:tc>
                  <a:txBody>
                    <a:bodyPr/>
                    <a:lstStyle/>
                    <a:p>
                      <a:pPr marL="0" marR="0" lvl="0" indent="0" algn="ctr" rtl="0">
                        <a:spcBef>
                          <a:spcPts val="0"/>
                        </a:spcBef>
                        <a:spcAft>
                          <a:spcPts val="0"/>
                        </a:spcAft>
                        <a:buNone/>
                      </a:pPr>
                      <a:r>
                        <a:rPr lang="en-IN" sz="1350" u="none">
                          <a:solidFill>
                            <a:schemeClr val="dk1"/>
                          </a:solidFill>
                          <a:latin typeface="Times New Roman" panose="02020603050405020304"/>
                          <a:ea typeface="Times New Roman" panose="02020603050405020304"/>
                          <a:cs typeface="Times New Roman" panose="02020603050405020304"/>
                          <a:sym typeface="Times New Roman" panose="02020603050405020304"/>
                        </a:rPr>
                        <a:t>Journal Title  with Year of Publication &amp; Author</a:t>
                      </a:r>
                    </a:p>
                  </a:txBody>
                  <a:tcPr marL="91450" marR="91450" marT="35175" marB="35175" anchor="ctr" anchorCtr="1"/>
                </a:tc>
                <a:tc>
                  <a:txBody>
                    <a:bodyPr/>
                    <a:lstStyle/>
                    <a:p>
                      <a:pPr marL="0" marR="0" lvl="0" indent="0" algn="l" rtl="0">
                        <a:lnSpc>
                          <a:spcPct val="100000"/>
                        </a:lnSpc>
                        <a:spcBef>
                          <a:spcPts val="0"/>
                        </a:spcBef>
                        <a:spcAft>
                          <a:spcPts val="0"/>
                        </a:spcAft>
                        <a:buClr>
                          <a:schemeClr val="dk1"/>
                        </a:buClr>
                        <a:buSzPts val="1400"/>
                        <a:buFont typeface="Times New Roman" panose="02020603050405020304"/>
                        <a:buNone/>
                      </a:pPr>
                      <a:r>
                        <a:rPr lang="en-US" sz="135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Technical Description</a:t>
                      </a:r>
                    </a:p>
                  </a:txBody>
                  <a:tcPr marL="91450" marR="91450" marT="35175" marB="35175" anchor="ctr" anchorCtr="1"/>
                </a:tc>
                <a:tc>
                  <a:txBody>
                    <a:bodyPr/>
                    <a:lstStyle/>
                    <a:p>
                      <a:pPr marL="0" marR="0" lvl="0" indent="0" algn="l" rtl="0">
                        <a:lnSpc>
                          <a:spcPct val="100000"/>
                        </a:lnSpc>
                        <a:spcBef>
                          <a:spcPts val="0"/>
                        </a:spcBef>
                        <a:spcAft>
                          <a:spcPts val="0"/>
                        </a:spcAft>
                        <a:buClr>
                          <a:schemeClr val="dk1"/>
                        </a:buClr>
                        <a:buSzPts val="1400"/>
                        <a:buFont typeface="Times New Roman" panose="02020603050405020304"/>
                        <a:buNone/>
                      </a:pPr>
                      <a:r>
                        <a:rPr lang="en-US" sz="135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Research Gap</a:t>
                      </a:r>
                    </a:p>
                  </a:txBody>
                  <a:tcPr marL="91450" marR="91450" marT="35175" marB="35175" anchor="ctr" anchorCtr="1"/>
                </a:tc>
                <a:extLst>
                  <a:ext uri="{0D108BD9-81ED-4DB2-BD59-A6C34878D82A}">
                    <a16:rowId xmlns:a16="http://schemas.microsoft.com/office/drawing/2014/main" val="10000"/>
                  </a:ext>
                </a:extLst>
              </a:tr>
              <a:tr h="1602056">
                <a:tc>
                  <a:txBody>
                    <a:bodyPr/>
                    <a:lstStyle/>
                    <a:p>
                      <a:pPr marL="0" marR="0" lvl="0" indent="0" algn="just" rtl="0">
                        <a:spcBef>
                          <a:spcPts val="0"/>
                        </a:spcBef>
                        <a:spcAft>
                          <a:spcPts val="0"/>
                        </a:spcAft>
                        <a:buNone/>
                      </a:pPr>
                      <a:r>
                        <a:rPr lang="en-US" sz="1350" b="0" u="none" dirty="0">
                          <a:latin typeface="Times New Roman"/>
                          <a:cs typeface="Times New Roman"/>
                        </a:rPr>
                        <a:t>1</a:t>
                      </a:r>
                    </a:p>
                    <a:p>
                      <a:pPr marL="0" marR="0" lvl="0" indent="0" algn="just" rtl="0">
                        <a:spcBef>
                          <a:spcPts val="0"/>
                        </a:spcBef>
                        <a:spcAft>
                          <a:spcPts val="0"/>
                        </a:spcAft>
                        <a:buNone/>
                      </a:pPr>
                      <a:endParaRPr lang="en-US" sz="1350" b="0" u="none" dirty="0">
                        <a:latin typeface="Times New Roman"/>
                        <a:cs typeface="Times New Roman"/>
                      </a:endParaRPr>
                    </a:p>
                  </a:txBody>
                  <a:tcPr marL="91450" marR="91450" marT="35175" marB="35175" anchor="ctr"/>
                </a:tc>
                <a:tc>
                  <a:txBody>
                    <a:bodyPr/>
                    <a:lstStyle/>
                    <a:p>
                      <a:pPr marL="0" marR="0" lvl="0" indent="0" algn="just">
                        <a:spcBef>
                          <a:spcPts val="0"/>
                        </a:spcBef>
                        <a:spcAft>
                          <a:spcPts val="0"/>
                        </a:spcAft>
                        <a:buNone/>
                      </a:pPr>
                      <a:r>
                        <a:rPr lang="en-US" sz="1350" b="0" i="0" u="none" strike="noStrike" noProof="0" dirty="0">
                          <a:latin typeface="Times New Roman"/>
                          <a:cs typeface="Times New Roman"/>
                        </a:rPr>
                        <a:t>Optimizing Agricultural Data Analysis Techniques Through AI-Powered Decision-Making Processes</a:t>
                      </a:r>
                      <a:endParaRPr lang="en-US" sz="1350" dirty="0">
                        <a:latin typeface="Times New Roman"/>
                        <a:cs typeface="Times New Roman"/>
                      </a:endParaRPr>
                    </a:p>
                    <a:p>
                      <a:pPr marL="0" marR="0" lvl="0" indent="0" algn="just" rtl="0">
                        <a:spcBef>
                          <a:spcPts val="0"/>
                        </a:spcBef>
                        <a:spcAft>
                          <a:spcPts val="0"/>
                        </a:spcAft>
                        <a:buNone/>
                      </a:pPr>
                      <a:endParaRPr lang="en-US" sz="1350" b="0" dirty="0">
                        <a:latin typeface="Times New Roman"/>
                        <a:cs typeface="Times New Roman"/>
                      </a:endParaRPr>
                    </a:p>
                  </a:txBody>
                  <a:tcPr marL="91450" marR="91450" marT="45725" marB="45725" anchor="ctr"/>
                </a:tc>
                <a:tc>
                  <a:txBody>
                    <a:bodyPr/>
                    <a:lstStyle/>
                    <a:p>
                      <a:pPr lvl="0" algn="just">
                        <a:lnSpc>
                          <a:spcPct val="100000"/>
                        </a:lnSpc>
                        <a:spcBef>
                          <a:spcPts val="0"/>
                        </a:spcBef>
                        <a:spcAft>
                          <a:spcPts val="0"/>
                        </a:spcAft>
                        <a:buNone/>
                      </a:pPr>
                      <a:r>
                        <a:rPr lang="en-IN" sz="1350" b="0" i="0" u="none" strike="noStrike" noProof="0" dirty="0" err="1">
                          <a:solidFill>
                            <a:schemeClr val="tx1"/>
                          </a:solidFill>
                          <a:latin typeface="Times New Roman"/>
                          <a:cs typeface="Times New Roman"/>
                        </a:rPr>
                        <a:t>Elbasi</a:t>
                      </a:r>
                      <a:r>
                        <a:rPr lang="en-IN" sz="1350" b="0" i="0" u="none" strike="noStrike" noProof="0" dirty="0">
                          <a:solidFill>
                            <a:schemeClr val="tx1"/>
                          </a:solidFill>
                          <a:latin typeface="Times New Roman"/>
                          <a:cs typeface="Times New Roman"/>
                        </a:rPr>
                        <a:t>, E., Mostafa, N., Zaki, C., </a:t>
                      </a:r>
                      <a:r>
                        <a:rPr lang="en-IN" sz="1350" b="0" i="0" u="none" strike="noStrike" noProof="0" dirty="0" err="1">
                          <a:solidFill>
                            <a:schemeClr val="tx1"/>
                          </a:solidFill>
                          <a:latin typeface="Times New Roman"/>
                          <a:cs typeface="Times New Roman"/>
                        </a:rPr>
                        <a:t>AlArnaout</a:t>
                      </a:r>
                      <a:r>
                        <a:rPr lang="en-IN" sz="1350" b="0" i="0" u="none" strike="noStrike" noProof="0" dirty="0">
                          <a:solidFill>
                            <a:schemeClr val="tx1"/>
                          </a:solidFill>
                          <a:latin typeface="Times New Roman"/>
                          <a:cs typeface="Times New Roman"/>
                        </a:rPr>
                        <a:t>, Z., </a:t>
                      </a:r>
                      <a:r>
                        <a:rPr lang="en-IN" sz="1350" b="0" i="0" u="none" strike="noStrike" noProof="0" dirty="0" err="1">
                          <a:solidFill>
                            <a:schemeClr val="tx1"/>
                          </a:solidFill>
                          <a:latin typeface="Times New Roman"/>
                          <a:cs typeface="Times New Roman"/>
                        </a:rPr>
                        <a:t>Topcu</a:t>
                      </a:r>
                      <a:r>
                        <a:rPr lang="en-IN" sz="1350" b="0" i="0" u="none" strike="noStrike" noProof="0" dirty="0">
                          <a:solidFill>
                            <a:schemeClr val="tx1"/>
                          </a:solidFill>
                          <a:latin typeface="Times New Roman"/>
                          <a:cs typeface="Times New Roman"/>
                        </a:rPr>
                        <a:t>, A. E., &amp; Saker, L.</a:t>
                      </a:r>
                      <a:br>
                        <a:rPr lang="en-IN" sz="1350" b="0" i="0" u="none" strike="noStrike" noProof="0" dirty="0">
                          <a:solidFill>
                            <a:srgbClr val="000000"/>
                          </a:solidFill>
                          <a:latin typeface="Times New Roman"/>
                          <a:cs typeface="Times New Roman"/>
                        </a:rPr>
                      </a:br>
                      <a:r>
                        <a:rPr lang="en-IN" sz="1350" b="1" i="0" u="none" strike="noStrike" noProof="0" dirty="0">
                          <a:solidFill>
                            <a:schemeClr val="tx1"/>
                          </a:solidFill>
                          <a:latin typeface="Times New Roman"/>
                          <a:cs typeface="Times New Roman"/>
                        </a:rPr>
                        <a:t>Applied Sciences</a:t>
                      </a:r>
                      <a:r>
                        <a:rPr lang="en-IN" sz="1350" b="0" i="0" u="none" strike="noStrike" noProof="0" dirty="0">
                          <a:solidFill>
                            <a:schemeClr val="tx1"/>
                          </a:solidFill>
                          <a:latin typeface="Times New Roman"/>
                          <a:cs typeface="Times New Roman"/>
                        </a:rPr>
                        <a:t>, Vol. 14, 2024.</a:t>
                      </a:r>
                      <a:endParaRPr lang="en-US" sz="1350" dirty="0">
                        <a:latin typeface="Times New Roman"/>
                        <a:cs typeface="Times New Roman"/>
                      </a:endParaRPr>
                    </a:p>
                  </a:txBody>
                  <a:tcPr marL="91450" marR="91450" marT="45725" marB="45725" anchor="ctr"/>
                </a:tc>
                <a:tc>
                  <a:txBody>
                    <a:bodyPr/>
                    <a:lstStyle/>
                    <a:p>
                      <a:pPr marL="0" marR="0" lvl="0" indent="0" algn="just">
                        <a:lnSpc>
                          <a:spcPct val="100000"/>
                        </a:lnSpc>
                        <a:spcBef>
                          <a:spcPts val="0"/>
                        </a:spcBef>
                        <a:spcAft>
                          <a:spcPts val="0"/>
                        </a:spcAft>
                        <a:buNone/>
                      </a:pPr>
                      <a:r>
                        <a:rPr lang="en-US" sz="1350" b="0" i="0" u="none" strike="noStrike" noProof="0" dirty="0">
                          <a:latin typeface="Times New Roman"/>
                          <a:cs typeface="Times New Roman"/>
                        </a:rPr>
                        <a:t>The study focuses on preprocessing techniques for agricultural datasets including noise removal, dataset balancing, feature selection, and dimensionality reduction to improve machine learning model performance.</a:t>
                      </a:r>
                    </a:p>
                  </a:txBody>
                  <a:tcPr marL="91450" marR="91450" marT="45725" marB="45725" anchor="ctr"/>
                </a:tc>
                <a:tc>
                  <a:txBody>
                    <a:bodyPr/>
                    <a:lstStyle/>
                    <a:p>
                      <a:pPr lvl="0" algn="just">
                        <a:lnSpc>
                          <a:spcPct val="100000"/>
                        </a:lnSpc>
                        <a:spcBef>
                          <a:spcPts val="0"/>
                        </a:spcBef>
                        <a:spcAft>
                          <a:spcPts val="0"/>
                        </a:spcAft>
                        <a:buNone/>
                      </a:pPr>
                      <a:r>
                        <a:rPr lang="en-US" sz="1350" b="0" i="0" u="none" strike="noStrike" noProof="0" dirty="0">
                          <a:latin typeface="Times New Roman"/>
                          <a:cs typeface="Times New Roman"/>
                        </a:rPr>
                        <a:t>Focuses only on agricultural data preprocessing and does not address plant disease detection or greenhouse monitoring systems.</a:t>
                      </a:r>
                      <a:endParaRPr lang="en-US" sz="1350" dirty="0">
                        <a:latin typeface="Times New Roman"/>
                        <a:cs typeface="Times New Roman"/>
                      </a:endParaRPr>
                    </a:p>
                  </a:txBody>
                  <a:tcPr marL="91450" marR="91450" marT="45725" marB="45725" anchor="ctr"/>
                </a:tc>
                <a:extLst>
                  <a:ext uri="{0D108BD9-81ED-4DB2-BD59-A6C34878D82A}">
                    <a16:rowId xmlns:a16="http://schemas.microsoft.com/office/drawing/2014/main" val="10001"/>
                  </a:ext>
                </a:extLst>
              </a:tr>
              <a:tr h="1123371">
                <a:tc>
                  <a:txBody>
                    <a:bodyPr/>
                    <a:lstStyle/>
                    <a:p>
                      <a:pPr marL="0" marR="0" lvl="0" indent="0" algn="just" rtl="0">
                        <a:spcBef>
                          <a:spcPts val="0"/>
                        </a:spcBef>
                        <a:spcAft>
                          <a:spcPts val="0"/>
                        </a:spcAft>
                        <a:buNone/>
                      </a:pPr>
                      <a:r>
                        <a:rPr lang="en-US" sz="1350" b="0" dirty="0">
                          <a:latin typeface="Times New Roman"/>
                          <a:cs typeface="Times New Roman"/>
                        </a:rPr>
                        <a:t>2</a:t>
                      </a:r>
                      <a:endParaRPr lang="en-US" sz="1350" b="0" dirty="0">
                        <a:latin typeface="Times New Roman"/>
                        <a:cs typeface="Times New Roman"/>
                        <a:sym typeface="Times New Roman" panose="02020603050405020304"/>
                      </a:endParaRPr>
                    </a:p>
                  </a:txBody>
                  <a:tcPr marL="91450" marR="91450" marT="35175" marB="35175" anchor="ctr"/>
                </a:tc>
                <a:tc>
                  <a:txBody>
                    <a:bodyPr/>
                    <a:lstStyle/>
                    <a:p>
                      <a:pPr marL="0" marR="0" lvl="0" indent="0" algn="just">
                        <a:lnSpc>
                          <a:spcPct val="100000"/>
                        </a:lnSpc>
                        <a:spcBef>
                          <a:spcPts val="0"/>
                        </a:spcBef>
                        <a:spcAft>
                          <a:spcPts val="0"/>
                        </a:spcAft>
                        <a:buNone/>
                      </a:pPr>
                      <a:r>
                        <a:rPr lang="en-US" sz="1350" b="0" i="0" u="none" strike="noStrike" noProof="0">
                          <a:latin typeface="Times New Roman"/>
                          <a:cs typeface="Times New Roman"/>
                        </a:rPr>
                        <a:t>Plant Leaf Disease Detection Using Ensemble Learning and Explainable Artificial Intelligence</a:t>
                      </a:r>
                      <a:endParaRPr lang="en-US" sz="1350">
                        <a:latin typeface="Times New Roman"/>
                        <a:cs typeface="Times New Roman"/>
                        <a:sym typeface="Times New Roman" panose="02020603050405020304"/>
                      </a:endParaRPr>
                    </a:p>
                  </a:txBody>
                  <a:tcPr marL="91450" marR="91450" marT="45725" marB="45725" anchor="ctr"/>
                </a:tc>
                <a:tc>
                  <a:txBody>
                    <a:bodyPr/>
                    <a:lstStyle/>
                    <a:p>
                      <a:pPr lvl="0" algn="just">
                        <a:lnSpc>
                          <a:spcPct val="100000"/>
                        </a:lnSpc>
                        <a:spcBef>
                          <a:spcPts val="0"/>
                        </a:spcBef>
                        <a:spcAft>
                          <a:spcPts val="0"/>
                        </a:spcAft>
                        <a:buNone/>
                      </a:pPr>
                      <a:r>
                        <a:rPr lang="en-US" sz="1350" b="0" i="0" u="none" strike="noStrike" noProof="0" dirty="0">
                          <a:latin typeface="Times New Roman"/>
                          <a:cs typeface="Times New Roman"/>
                        </a:rPr>
                        <a:t>Oad, A., Abbas, S. S., Zafar, A., et al.</a:t>
                      </a:r>
                      <a:br>
                        <a:rPr lang="en-US" sz="1350" b="0" i="0" u="none" strike="noStrike" noProof="0" dirty="0">
                          <a:latin typeface="Times New Roman"/>
                          <a:cs typeface="Times New Roman"/>
                        </a:rPr>
                      </a:br>
                      <a:r>
                        <a:rPr lang="en-US" sz="1350" b="0" i="0" u="none" strike="noStrike" noProof="0" dirty="0">
                          <a:latin typeface="Times New Roman"/>
                          <a:cs typeface="Times New Roman"/>
                        </a:rPr>
                        <a:t> </a:t>
                      </a:r>
                      <a:r>
                        <a:rPr lang="en-US" sz="1350" b="1" i="0" u="none" strike="noStrike" noProof="0" dirty="0">
                          <a:latin typeface="Times New Roman"/>
                          <a:cs typeface="Times New Roman"/>
                        </a:rPr>
                        <a:t>IEEE Access</a:t>
                      </a:r>
                      <a:r>
                        <a:rPr lang="en-US" sz="1350" b="0" i="0" u="none" strike="noStrike" noProof="0" dirty="0">
                          <a:latin typeface="Times New Roman"/>
                          <a:cs typeface="Times New Roman"/>
                        </a:rPr>
                        <a:t>, Vol. 12, 2024.</a:t>
                      </a:r>
                    </a:p>
                  </a:txBody>
                  <a:tcPr marL="91450" marR="91450" marT="45725" marB="45725" anchor="ctr"/>
                </a:tc>
                <a:tc>
                  <a:txBody>
                    <a:bodyPr/>
                    <a:lstStyle/>
                    <a:p>
                      <a:pPr marL="0" marR="0" lvl="0" indent="0" algn="just">
                        <a:spcBef>
                          <a:spcPts val="0"/>
                        </a:spcBef>
                        <a:spcAft>
                          <a:spcPts val="0"/>
                        </a:spcAft>
                        <a:buNone/>
                      </a:pPr>
                      <a:r>
                        <a:rPr lang="en-IN" sz="1350" b="0" i="0" u="none" strike="noStrike" noProof="0" dirty="0">
                          <a:latin typeface="Times New Roman"/>
                          <a:cs typeface="Times New Roman"/>
                        </a:rPr>
                        <a:t>Proposes an ensemble deep learning framework using CNN architectures such as VGG16, VGG19, InceptionV3, and ResNet101V2 for plant leaf disease classification using the </a:t>
                      </a:r>
                      <a:r>
                        <a:rPr lang="en-IN" sz="1350" b="0" i="0" u="none" strike="noStrike" noProof="0" dirty="0" err="1">
                          <a:latin typeface="Times New Roman"/>
                          <a:cs typeface="Times New Roman"/>
                        </a:rPr>
                        <a:t>PlantVillage</a:t>
                      </a:r>
                      <a:r>
                        <a:rPr lang="en-IN" sz="1350" b="0" i="0" u="none" strike="noStrike" noProof="0" dirty="0">
                          <a:latin typeface="Times New Roman"/>
                          <a:cs typeface="Times New Roman"/>
                        </a:rPr>
                        <a:t> dataset.</a:t>
                      </a:r>
                      <a:endParaRPr lang="en-US" sz="1350" dirty="0">
                        <a:latin typeface="Times New Roman"/>
                        <a:cs typeface="Times New Roman"/>
                      </a:endParaRPr>
                    </a:p>
                  </a:txBody>
                  <a:tcPr marL="91450" marR="91450" marT="45725" marB="45725" anchor="ctr"/>
                </a:tc>
                <a:tc>
                  <a:txBody>
                    <a:bodyPr/>
                    <a:lstStyle/>
                    <a:p>
                      <a:pPr lvl="0" algn="just">
                        <a:lnSpc>
                          <a:spcPct val="100000"/>
                        </a:lnSpc>
                        <a:spcBef>
                          <a:spcPts val="0"/>
                        </a:spcBef>
                        <a:spcAft>
                          <a:spcPts val="0"/>
                        </a:spcAft>
                        <a:buNone/>
                      </a:pPr>
                      <a:r>
                        <a:rPr lang="en-US" sz="1350" b="0" i="0" u="none" strike="noStrike" noProof="0" dirty="0">
                          <a:latin typeface="Times New Roman"/>
                          <a:cs typeface="Times New Roman"/>
                        </a:rPr>
                        <a:t>The system performs only disease classification and does not integrate environmental monitoring or crop growth prediction in greenhouse environments.</a:t>
                      </a:r>
                    </a:p>
                  </a:txBody>
                  <a:tcPr marL="91450" marR="91450" marT="45725" marB="45725" anchor="ctr"/>
                </a:tc>
                <a:extLst>
                  <a:ext uri="{0D108BD9-81ED-4DB2-BD59-A6C34878D82A}">
                    <a16:rowId xmlns:a16="http://schemas.microsoft.com/office/drawing/2014/main" val="10002"/>
                  </a:ext>
                </a:extLst>
              </a:tr>
              <a:tr h="0">
                <a:tc>
                  <a:txBody>
                    <a:bodyPr/>
                    <a:lstStyle/>
                    <a:p>
                      <a:pPr marL="0" marR="0" lvl="0" indent="0" algn="just" rtl="0">
                        <a:spcBef>
                          <a:spcPts val="0"/>
                        </a:spcBef>
                        <a:spcAft>
                          <a:spcPts val="0"/>
                        </a:spcAft>
                        <a:buNone/>
                      </a:pPr>
                      <a:r>
                        <a:rPr lang="en-US" sz="1350" b="0" dirty="0">
                          <a:latin typeface="Times New Roman"/>
                          <a:cs typeface="Times New Roman"/>
                        </a:rPr>
                        <a:t>3</a:t>
                      </a:r>
                      <a:endParaRPr sz="1350" b="0" dirty="0">
                        <a:latin typeface="Times New Roman"/>
                        <a:cs typeface="Times New Roman"/>
                      </a:endParaRPr>
                    </a:p>
                  </a:txBody>
                  <a:tcPr marL="91450" marR="91450" marT="35175" marB="35175" anchor="ctr"/>
                </a:tc>
                <a:tc>
                  <a:txBody>
                    <a:bodyPr/>
                    <a:lstStyle/>
                    <a:p>
                      <a:pPr lvl="0" algn="l">
                        <a:lnSpc>
                          <a:spcPct val="100000"/>
                        </a:lnSpc>
                        <a:spcBef>
                          <a:spcPts val="0"/>
                        </a:spcBef>
                        <a:spcAft>
                          <a:spcPts val="0"/>
                        </a:spcAft>
                        <a:buNone/>
                      </a:pPr>
                      <a:r>
                        <a:rPr lang="en-US" sz="1350" dirty="0">
                          <a:latin typeface="Times New Roman"/>
                          <a:cs typeface="Times New Roman"/>
                        </a:rPr>
                        <a:t>Identifying Tomato Growth Stages in Protected Agriculture with StyleGAN3-Synthetic Images and Vision Transformer</a:t>
                      </a:r>
                    </a:p>
                  </a:txBody>
                  <a:tcPr marL="91450" marR="91450" marT="45725" marB="45725" anchor="ctr"/>
                </a:tc>
                <a:tc>
                  <a:txBody>
                    <a:bodyPr/>
                    <a:lstStyle/>
                    <a:p>
                      <a:pPr lvl="0" algn="just">
                        <a:lnSpc>
                          <a:spcPct val="100000"/>
                        </a:lnSpc>
                        <a:spcBef>
                          <a:spcPts val="0"/>
                        </a:spcBef>
                        <a:spcAft>
                          <a:spcPts val="0"/>
                        </a:spcAft>
                        <a:buNone/>
                      </a:pPr>
                      <a:r>
                        <a:rPr lang="en-US" sz="1350" b="0" i="0" u="none" strike="noStrike" noProof="0" dirty="0">
                          <a:latin typeface="Times New Roman"/>
                          <a:cs typeface="Times New Roman"/>
                        </a:rPr>
                        <a:t>Huo, Y., Liu, Y., He, P., Hu, L., Gao, W., &amp; Gu, L.</a:t>
                      </a:r>
                      <a:br>
                        <a:rPr lang="en-US" sz="1350" b="0" i="0" u="none" strike="noStrike" noProof="0" dirty="0">
                          <a:latin typeface="Times New Roman"/>
                          <a:cs typeface="Times New Roman"/>
                        </a:rPr>
                      </a:br>
                      <a:r>
                        <a:rPr lang="en-US" sz="1350" b="1" i="0" u="none" strike="noStrike" noProof="0" dirty="0">
                          <a:latin typeface="Times New Roman"/>
                          <a:cs typeface="Times New Roman"/>
                        </a:rPr>
                        <a:t>Agriculture</a:t>
                      </a:r>
                      <a:r>
                        <a:rPr lang="en-US" sz="1350" b="0" i="0" u="none" strike="noStrike" noProof="0" dirty="0">
                          <a:latin typeface="Times New Roman"/>
                          <a:cs typeface="Times New Roman"/>
                        </a:rPr>
                        <a:t>, Vol. 15, Article 120, 2025.</a:t>
                      </a:r>
                      <a:endParaRPr lang="en-US" sz="1350" dirty="0">
                        <a:latin typeface="Times New Roman"/>
                        <a:cs typeface="Times New Roman"/>
                      </a:endParaRPr>
                    </a:p>
                  </a:txBody>
                  <a:tcPr marL="91450" marR="91450" marT="45725" marB="45725" anchor="ctr"/>
                </a:tc>
                <a:tc>
                  <a:txBody>
                    <a:bodyPr/>
                    <a:lstStyle/>
                    <a:p>
                      <a:pPr marL="0" marR="0" lvl="0" indent="0" algn="just">
                        <a:lnSpc>
                          <a:spcPct val="100000"/>
                        </a:lnSpc>
                        <a:spcBef>
                          <a:spcPts val="0"/>
                        </a:spcBef>
                        <a:spcAft>
                          <a:spcPts val="0"/>
                        </a:spcAft>
                        <a:buNone/>
                      </a:pPr>
                      <a:r>
                        <a:rPr lang="en-US" sz="1350" b="0" i="0" u="none" strike="noStrike" noProof="0" dirty="0">
                          <a:latin typeface="Times New Roman"/>
                          <a:cs typeface="Times New Roman"/>
                        </a:rPr>
                        <a:t>Introduces a hybrid deep learning framework combining StyleGAN3 for synthetic image generation and Vision Transformer for accurate tomato growth stage recognition.</a:t>
                      </a:r>
                      <a:endParaRPr lang="en-US" sz="1350" dirty="0">
                        <a:latin typeface="Times New Roman"/>
                        <a:cs typeface="Times New Roman"/>
                      </a:endParaRPr>
                    </a:p>
                  </a:txBody>
                  <a:tcPr marL="91450" marR="91450" marT="45725" marB="45725" anchor="ctr"/>
                </a:tc>
                <a:tc>
                  <a:txBody>
                    <a:bodyPr/>
                    <a:lstStyle/>
                    <a:p>
                      <a:pPr lvl="0" algn="just">
                        <a:lnSpc>
                          <a:spcPct val="100000"/>
                        </a:lnSpc>
                        <a:spcBef>
                          <a:spcPts val="0"/>
                        </a:spcBef>
                        <a:spcAft>
                          <a:spcPts val="0"/>
                        </a:spcAft>
                        <a:buNone/>
                      </a:pPr>
                      <a:r>
                        <a:rPr lang="en-US" sz="1350" b="0" i="0" u="none" strike="noStrike" noProof="0" dirty="0">
                          <a:latin typeface="Times New Roman"/>
                          <a:cs typeface="Times New Roman"/>
                        </a:rPr>
                        <a:t>The study focuses only on growth stage identification and does not incorporate disease detection or integrated digital twin greenhouse management.</a:t>
                      </a:r>
                      <a:endParaRPr lang="en-US" sz="1350" dirty="0">
                        <a:latin typeface="Times New Roman"/>
                        <a:cs typeface="Times New Roman"/>
                        <a:sym typeface="+mn-ea"/>
                      </a:endParaRPr>
                    </a:p>
                  </a:txBody>
                  <a:tcPr marL="91450" marR="91450" marT="45725" marB="45725" anchor="ctr"/>
                </a:tc>
                <a:extLst>
                  <a:ext uri="{0D108BD9-81ED-4DB2-BD59-A6C34878D82A}">
                    <a16:rowId xmlns:a16="http://schemas.microsoft.com/office/drawing/2014/main" val="3984641383"/>
                  </a:ext>
                </a:extLst>
              </a:tr>
            </a:tbl>
          </a:graphicData>
        </a:graphic>
      </p:graphicFrame>
      <p:cxnSp>
        <p:nvCxnSpPr>
          <p:cNvPr id="6" name="Google Shape;436;p31"/>
          <p:cNvCxnSpPr/>
          <p:nvPr/>
        </p:nvCxnSpPr>
        <p:spPr>
          <a:xfrm>
            <a:off x="0" y="812178"/>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B8DE3DE7-7CCC-7FFC-4B5A-681A97A2AE51}"/>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5" name="Google Shape;268;p11">
            <a:extLst>
              <a:ext uri="{FF2B5EF4-FFF2-40B4-BE49-F238E27FC236}">
                <a16:creationId xmlns:a16="http://schemas.microsoft.com/office/drawing/2014/main" id="{71CCD4DD-BA44-5FB6-73F9-84524A62433E}"/>
              </a:ext>
            </a:extLst>
          </p:cNvPr>
          <p:cNvSpPr txBox="1">
            <a:spLocks/>
          </p:cNvSpPr>
          <p:nvPr/>
        </p:nvSpPr>
        <p:spPr>
          <a:xfrm>
            <a:off x="0" y="1"/>
            <a:ext cx="9144000" cy="809000"/>
          </a:xfrm>
          <a:prstGeom prst="rect">
            <a:avLst/>
          </a:prstGeom>
          <a:noFill/>
          <a:ln>
            <a:noFill/>
          </a:ln>
        </p:spPr>
        <p:txBody>
          <a:bodyPr spcFirstLastPara="1" vert="horz" wrap="square" lIns="91425" tIns="45700" rIns="91425" bIns="45700" rtlCol="0" anchor="ctr"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spcBef>
                <a:spcPts val="0"/>
              </a:spcBef>
              <a:buClrTx/>
              <a:buFontTx/>
            </a:pPr>
            <a:r>
              <a:rPr lang="en-US" sz="2800" b="1" dirty="0">
                <a:solidFill>
                  <a:srgbClr val="006600"/>
                </a:solidFill>
                <a:latin typeface="Bookman Old Style" panose="02050604050505020204" pitchFamily="18" charset="0"/>
                <a:cs typeface="Arial" panose="020B0604020202020204"/>
                <a:sym typeface="Times New Roman" panose="02020603050405020304"/>
              </a:rPr>
              <a:t>Literature</a:t>
            </a:r>
            <a:r>
              <a:rPr lang="en-US" sz="2800" b="1" dirty="0">
                <a:solidFill>
                  <a:srgbClr val="00B050"/>
                </a:solidFill>
                <a:latin typeface="Bookman Old Style" panose="02050604050505020204" pitchFamily="18" charset="0"/>
                <a:ea typeface="Times New Roman" panose="02020603050405020304"/>
                <a:cs typeface="Times New Roman" panose="02020603050405020304"/>
                <a:sym typeface="Times New Roman" panose="02020603050405020304"/>
              </a:rPr>
              <a:t> </a:t>
            </a:r>
            <a:r>
              <a:rPr lang="en-US" sz="2800" b="1" dirty="0">
                <a:solidFill>
                  <a:srgbClr val="006600"/>
                </a:solidFill>
                <a:latin typeface="Bookman Old Style" panose="02050604050505020204" pitchFamily="18" charset="0"/>
                <a:cs typeface="Arial" panose="020B0604020202020204"/>
                <a:sym typeface="Times New Roman" panose="02020603050405020304"/>
              </a:rPr>
              <a:t>Survey</a:t>
            </a:r>
          </a:p>
        </p:txBody>
      </p:sp>
      <p:sp>
        <p:nvSpPr>
          <p:cNvPr id="3" name="Slide Number Placeholder 2">
            <a:extLst>
              <a:ext uri="{FF2B5EF4-FFF2-40B4-BE49-F238E27FC236}">
                <a16:creationId xmlns:a16="http://schemas.microsoft.com/office/drawing/2014/main" id="{953655EE-610F-1A08-2827-55EFA278B644}"/>
              </a:ext>
            </a:extLst>
          </p:cNvPr>
          <p:cNvSpPr>
            <a:spLocks noGrp="1"/>
          </p:cNvSpPr>
          <p:nvPr>
            <p:ph type="sldNum" sz="quarter" idx="12"/>
          </p:nvPr>
        </p:nvSpPr>
        <p:spPr/>
        <p:txBody>
          <a:bodyPr/>
          <a:lstStyle/>
          <a:p>
            <a:fld id="{00000000-1234-1234-1234-123412341234}" type="slidenum">
              <a:rPr lang="en-US" smtClean="0"/>
              <a:t>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307">
          <a:extLst>
            <a:ext uri="{FF2B5EF4-FFF2-40B4-BE49-F238E27FC236}">
              <a16:creationId xmlns:a16="http://schemas.microsoft.com/office/drawing/2014/main" id="{EFBCACE7-05D6-B0A2-7143-6AAE209530B3}"/>
            </a:ext>
          </a:extLst>
        </p:cNvPr>
        <p:cNvGrpSpPr/>
        <p:nvPr/>
      </p:nvGrpSpPr>
      <p:grpSpPr>
        <a:xfrm>
          <a:off x="0" y="0"/>
          <a:ext cx="0" cy="0"/>
          <a:chOff x="0" y="0"/>
          <a:chExt cx="0" cy="0"/>
        </a:xfrm>
      </p:grpSpPr>
      <p:sp>
        <p:nvSpPr>
          <p:cNvPr id="9" name="Google Shape;303;p15">
            <a:extLst>
              <a:ext uri="{FF2B5EF4-FFF2-40B4-BE49-F238E27FC236}">
                <a16:creationId xmlns:a16="http://schemas.microsoft.com/office/drawing/2014/main" id="{ED25204E-D1C9-EC57-D803-92B56A6A9201}"/>
              </a:ext>
            </a:extLst>
          </p:cNvPr>
          <p:cNvSpPr txBox="1">
            <a:spLocks noGrp="1"/>
          </p:cNvSpPr>
          <p:nvPr>
            <p:ph type="title"/>
          </p:nvPr>
        </p:nvSpPr>
        <p:spPr>
          <a:xfrm>
            <a:off x="0" y="0"/>
            <a:ext cx="9143999" cy="667384"/>
          </a:xfrm>
          <a:prstGeom prst="rect">
            <a:avLst/>
          </a:prstGeom>
          <a:noFill/>
          <a:ln>
            <a:noFill/>
          </a:ln>
        </p:spPr>
        <p:txBody>
          <a:bodyPr spcFirstLastPara="1" wrap="square" lIns="91425" tIns="45700" rIns="91425" bIns="45700" anchor="ctr" anchorCtr="0">
            <a:noAutofit/>
          </a:bodyPr>
          <a:lstStyle/>
          <a:p>
            <a:pPr algn="ctr">
              <a:spcBef>
                <a:spcPts val="0"/>
              </a:spcBef>
            </a:pPr>
            <a:r>
              <a:rPr lang="en-US" sz="2800" b="1" dirty="0">
                <a:solidFill>
                  <a:srgbClr val="006600"/>
                </a:solidFill>
                <a:latin typeface="Bookman Old Style"/>
                <a:ea typeface="+mj-lt"/>
                <a:cs typeface="+mj-lt"/>
                <a:sym typeface="Times New Roman" panose="02020603050405020304"/>
              </a:rPr>
              <a:t>Proposed System Architecture of </a:t>
            </a:r>
            <a:r>
              <a:rPr lang="en-US" sz="2800" b="1" dirty="0" err="1">
                <a:solidFill>
                  <a:srgbClr val="006600"/>
                </a:solidFill>
                <a:latin typeface="Bookman Old Style"/>
                <a:ea typeface="+mj-lt"/>
                <a:cs typeface="+mj-lt"/>
                <a:sym typeface="Times New Roman" panose="02020603050405020304"/>
              </a:rPr>
              <a:t>AgriTwin</a:t>
            </a:r>
            <a:r>
              <a:rPr lang="en-US" sz="2800" b="1" dirty="0">
                <a:solidFill>
                  <a:srgbClr val="006600"/>
                </a:solidFill>
                <a:latin typeface="Bookman Old Style"/>
                <a:ea typeface="+mj-lt"/>
                <a:cs typeface="+mj-lt"/>
                <a:sym typeface="Times New Roman" panose="02020603050405020304"/>
              </a:rPr>
              <a:t>-GH</a:t>
            </a:r>
            <a:endParaRPr lang="en-US" b="1" dirty="0">
              <a:latin typeface="Bookman Old Style"/>
            </a:endParaRPr>
          </a:p>
        </p:txBody>
      </p:sp>
      <p:sp>
        <p:nvSpPr>
          <p:cNvPr id="309" name="Google Shape;309;p16">
            <a:extLst>
              <a:ext uri="{FF2B5EF4-FFF2-40B4-BE49-F238E27FC236}">
                <a16:creationId xmlns:a16="http://schemas.microsoft.com/office/drawing/2014/main" id="{10A27695-A21E-61B2-E4C8-7494516D5E2B}"/>
              </a:ext>
            </a:extLst>
          </p:cNvPr>
          <p:cNvSpPr txBox="1">
            <a:spLocks noGrp="1"/>
          </p:cNvSpPr>
          <p:nvPr>
            <p:ph idx="1"/>
          </p:nvPr>
        </p:nvSpPr>
        <p:spPr>
          <a:xfrm>
            <a:off x="242487" y="1076432"/>
            <a:ext cx="8659024" cy="5781568"/>
          </a:xfrm>
          <a:prstGeom prst="rect">
            <a:avLst/>
          </a:prstGeom>
          <a:noFill/>
          <a:ln>
            <a:noFill/>
          </a:ln>
        </p:spPr>
        <p:txBody>
          <a:bodyPr spcFirstLastPara="1" wrap="square" lIns="91425" tIns="45700" rIns="91425" bIns="45700" anchor="t" anchorCtr="0">
            <a:noAutofit/>
          </a:bodyPr>
          <a:lstStyle/>
          <a:p>
            <a:pPr algn="just">
              <a:buClr>
                <a:srgbClr val="000000"/>
              </a:buClr>
              <a:buSzPct val="100000"/>
              <a:buFont typeface="Wingdings" panose="05000000000000000000" pitchFamily="2" charset="2"/>
              <a:buChar char="q"/>
            </a:pPr>
            <a:r>
              <a:rPr lang="en-US" sz="2000" dirty="0">
                <a:latin typeface="Times New Roman" panose="02020603050405020304" pitchFamily="18" charset="0"/>
                <a:ea typeface="Calibri"/>
                <a:cs typeface="Times New Roman" panose="02020603050405020304" pitchFamily="18" charset="0"/>
              </a:rPr>
              <a:t> The </a:t>
            </a:r>
            <a:r>
              <a:rPr lang="en-US" sz="2000" dirty="0" err="1">
                <a:latin typeface="Times New Roman" panose="02020603050405020304" pitchFamily="18" charset="0"/>
                <a:ea typeface="Calibri"/>
                <a:cs typeface="Times New Roman" panose="02020603050405020304" pitchFamily="18" charset="0"/>
              </a:rPr>
              <a:t>AgriTwin</a:t>
            </a:r>
            <a:r>
              <a:rPr lang="en-US" sz="2000" dirty="0">
                <a:latin typeface="Times New Roman" panose="02020603050405020304" pitchFamily="18" charset="0"/>
                <a:ea typeface="Calibri"/>
                <a:cs typeface="Times New Roman" panose="02020603050405020304" pitchFamily="18" charset="0"/>
              </a:rPr>
              <a:t>-GH system architecture is designed to integrate environmental datasets and plant image data to enable intelligent greenhouse monitoring and predictive crop analysis.</a:t>
            </a:r>
            <a:endParaRPr lang="en-US" sz="2000" dirty="0">
              <a:latin typeface="Times New Roman" panose="02020603050405020304" pitchFamily="18" charset="0"/>
              <a:cs typeface="Times New Roman" panose="02020603050405020304" pitchFamily="18" charset="0"/>
            </a:endParaRPr>
          </a:p>
          <a:p>
            <a:pPr algn="just">
              <a:buClr>
                <a:srgbClr val="000000"/>
              </a:buClr>
              <a:buSzPct val="100000"/>
              <a:buFont typeface="Wingdings" panose="05000000000000000000" pitchFamily="2" charset="2"/>
              <a:buChar char="q"/>
            </a:pPr>
            <a:r>
              <a:rPr lang="en-US" sz="2000" dirty="0">
                <a:latin typeface="Times New Roman" panose="02020603050405020304" pitchFamily="18" charset="0"/>
                <a:ea typeface="Calibri"/>
                <a:cs typeface="Times New Roman" panose="02020603050405020304" pitchFamily="18" charset="0"/>
              </a:rPr>
              <a:t> Input: </a:t>
            </a:r>
            <a:endParaRPr lang="en-US" sz="2000" dirty="0">
              <a:latin typeface="Times New Roman" panose="02020603050405020304" pitchFamily="18" charset="0"/>
              <a:cs typeface="Times New Roman" panose="02020603050405020304" pitchFamily="18" charset="0"/>
            </a:endParaRPr>
          </a:p>
          <a:p>
            <a:pPr lvl="1" algn="just">
              <a:buClr>
                <a:srgbClr val="000000"/>
              </a:buClr>
              <a:buSzPct val="100000"/>
              <a:buFont typeface="Arial" panose="05000000000000000000" pitchFamily="2" charset="2"/>
              <a:buChar char="•"/>
            </a:pPr>
            <a:r>
              <a:rPr lang="en-US" sz="2000" dirty="0">
                <a:latin typeface="Times New Roman" panose="02020603050405020304" pitchFamily="18" charset="0"/>
                <a:ea typeface="Calibri"/>
                <a:cs typeface="Times New Roman" panose="02020603050405020304" pitchFamily="18" charset="0"/>
              </a:rPr>
              <a:t>Environmental dataset (temperature, humidity, solar radiation, wind speed, etc.,)</a:t>
            </a:r>
            <a:endParaRPr lang="en-US" sz="2000" dirty="0">
              <a:latin typeface="Times New Roman" panose="02020603050405020304" pitchFamily="18" charset="0"/>
              <a:cs typeface="Times New Roman" panose="02020603050405020304" pitchFamily="18" charset="0"/>
            </a:endParaRPr>
          </a:p>
          <a:p>
            <a:pPr lvl="1" algn="just">
              <a:buClr>
                <a:srgbClr val="000000"/>
              </a:buClr>
              <a:buSzPct val="100000"/>
              <a:buFont typeface="Arial" panose="05000000000000000000" pitchFamily="2" charset="2"/>
              <a:buChar char="•"/>
            </a:pPr>
            <a:r>
              <a:rPr lang="en-US" sz="2000" dirty="0">
                <a:latin typeface="Times New Roman" panose="02020603050405020304" pitchFamily="18" charset="0"/>
                <a:ea typeface="Calibri"/>
                <a:cs typeface="Times New Roman" panose="02020603050405020304" pitchFamily="18" charset="0"/>
              </a:rPr>
              <a:t>Tomato plant image dataset for disease detection and growth stage analysis</a:t>
            </a:r>
          </a:p>
          <a:p>
            <a:pPr algn="just">
              <a:buClr>
                <a:srgbClr val="000000"/>
              </a:buClr>
              <a:buSzPct val="100000"/>
              <a:buFont typeface="Wingdings" panose="05000000000000000000" pitchFamily="2" charset="2"/>
              <a:buChar char="q"/>
            </a:pPr>
            <a:r>
              <a:rPr lang="en-US" sz="2000" dirty="0">
                <a:latin typeface="Times New Roman" panose="02020603050405020304" pitchFamily="18" charset="0"/>
                <a:ea typeface="Calibri"/>
                <a:cs typeface="Times New Roman" panose="02020603050405020304" pitchFamily="18" charset="0"/>
              </a:rPr>
              <a:t> Processing:</a:t>
            </a:r>
            <a:endParaRPr lang="en-US" sz="2000" dirty="0">
              <a:latin typeface="Times New Roman" panose="02020603050405020304" pitchFamily="18" charset="0"/>
              <a:cs typeface="Times New Roman" panose="02020603050405020304" pitchFamily="18" charset="0"/>
            </a:endParaRPr>
          </a:p>
          <a:p>
            <a:pPr lvl="1" algn="just">
              <a:buClr>
                <a:srgbClr val="000000"/>
              </a:buClr>
              <a:buSzPct val="100000"/>
              <a:buFont typeface="Arial" panose="05000000000000000000" pitchFamily="2" charset="2"/>
              <a:buChar char="•"/>
            </a:pPr>
            <a:r>
              <a:rPr lang="en-US" sz="2000" dirty="0">
                <a:latin typeface="Times New Roman" panose="02020603050405020304" pitchFamily="18" charset="0"/>
                <a:ea typeface="Calibri"/>
                <a:cs typeface="Times New Roman" panose="02020603050405020304" pitchFamily="18" charset="0"/>
              </a:rPr>
              <a:t>Module – I : Data Processing and AI-Based Crop Intelligence</a:t>
            </a:r>
            <a:endParaRPr lang="en-US" sz="2000" dirty="0">
              <a:latin typeface="Times New Roman" panose="02020603050405020304" pitchFamily="18" charset="0"/>
              <a:cs typeface="Times New Roman" panose="02020603050405020304" pitchFamily="18" charset="0"/>
            </a:endParaRPr>
          </a:p>
          <a:p>
            <a:pPr lvl="1" algn="just">
              <a:buClr>
                <a:srgbClr val="000000"/>
              </a:buClr>
              <a:buSzPct val="100000"/>
              <a:buFont typeface="Arial" panose="05000000000000000000" pitchFamily="2" charset="2"/>
              <a:buChar char="•"/>
            </a:pPr>
            <a:r>
              <a:rPr lang="en-US" sz="2000" dirty="0">
                <a:latin typeface="Times New Roman" panose="02020603050405020304" pitchFamily="18" charset="0"/>
                <a:ea typeface="Calibri"/>
                <a:cs typeface="Times New Roman" panose="02020603050405020304" pitchFamily="18" charset="0"/>
              </a:rPr>
              <a:t>Module – II : Predictive Analytics and Crop Health Forecasting Analyzes</a:t>
            </a:r>
            <a:endParaRPr lang="en-US" sz="2000" dirty="0">
              <a:latin typeface="Times New Roman" panose="02020603050405020304" pitchFamily="18" charset="0"/>
              <a:cs typeface="Times New Roman" panose="02020603050405020304" pitchFamily="18" charset="0"/>
            </a:endParaRPr>
          </a:p>
          <a:p>
            <a:pPr lvl="1" algn="just">
              <a:buClr>
                <a:srgbClr val="000000"/>
              </a:buClr>
              <a:buSzPct val="100000"/>
              <a:buFont typeface="Arial" panose="05000000000000000000" pitchFamily="2" charset="2"/>
              <a:buChar char="•"/>
            </a:pPr>
            <a:r>
              <a:rPr lang="en-US" sz="2000" dirty="0">
                <a:latin typeface="Times New Roman" panose="02020603050405020304" pitchFamily="18" charset="0"/>
                <a:ea typeface="Calibri"/>
                <a:cs typeface="Times New Roman" panose="02020603050405020304" pitchFamily="18" charset="0"/>
              </a:rPr>
              <a:t>Module – III : Digital Twin Simulation and Intelligent Greenhouse Control</a:t>
            </a:r>
            <a:endParaRPr lang="en-US" sz="2000" dirty="0">
              <a:latin typeface="Times New Roman" panose="02020603050405020304" pitchFamily="18" charset="0"/>
              <a:cs typeface="Times New Roman" panose="02020603050405020304" pitchFamily="18" charset="0"/>
            </a:endParaRPr>
          </a:p>
          <a:p>
            <a:pPr algn="just">
              <a:buClr>
                <a:srgbClr val="000000"/>
              </a:buClr>
              <a:buSzPct val="100000"/>
              <a:buFont typeface="Wingdings" panose="05000000000000000000" pitchFamily="2" charset="2"/>
              <a:buChar char="q"/>
            </a:pPr>
            <a:r>
              <a:rPr lang="en-US" sz="2000" dirty="0">
                <a:latin typeface="Times New Roman" panose="02020603050405020304" pitchFamily="18" charset="0"/>
                <a:ea typeface="Calibri"/>
                <a:cs typeface="Times New Roman" panose="02020603050405020304" pitchFamily="18" charset="0"/>
              </a:rPr>
              <a:t>Output: </a:t>
            </a:r>
            <a:endParaRPr lang="en-US" sz="2000" dirty="0">
              <a:latin typeface="Times New Roman" panose="02020603050405020304" pitchFamily="18" charset="0"/>
              <a:cs typeface="Times New Roman" panose="02020603050405020304" pitchFamily="18" charset="0"/>
            </a:endParaRPr>
          </a:p>
          <a:p>
            <a:pPr lvl="1" algn="just">
              <a:buClr>
                <a:srgbClr val="000000"/>
              </a:buClr>
              <a:buSzPct val="100000"/>
              <a:buFont typeface="Arial" panose="05000000000000000000" pitchFamily="2" charset="2"/>
              <a:buChar char="•"/>
            </a:pPr>
            <a:r>
              <a:rPr lang="en-US" sz="2000" dirty="0">
                <a:latin typeface="Times New Roman" panose="02020603050405020304" pitchFamily="18" charset="0"/>
                <a:cs typeface="Times New Roman" panose="02020603050405020304" pitchFamily="18" charset="0"/>
              </a:rPr>
              <a:t>Provides a unified assessment of plant health and disease likelihood.</a:t>
            </a:r>
          </a:p>
          <a:p>
            <a:pPr lvl="1" algn="just">
              <a:buClr>
                <a:srgbClr val="000000"/>
              </a:buClr>
              <a:buSzPct val="100000"/>
              <a:buFont typeface="Arial" panose="05000000000000000000" pitchFamily="2" charset="2"/>
              <a:buChar char="•"/>
            </a:pPr>
            <a:r>
              <a:rPr lang="en-US" sz="2000" dirty="0">
                <a:latin typeface="Times New Roman" panose="02020603050405020304" pitchFamily="18" charset="0"/>
                <a:cs typeface="Times New Roman" panose="02020603050405020304" pitchFamily="18" charset="0"/>
              </a:rPr>
              <a:t>Identifies current crop developmental stage.</a:t>
            </a:r>
          </a:p>
          <a:p>
            <a:pPr lvl="1" algn="just">
              <a:buClr>
                <a:srgbClr val="000000"/>
              </a:buClr>
              <a:buSzPct val="100000"/>
              <a:buFont typeface="Arial" panose="05000000000000000000" pitchFamily="2" charset="2"/>
              <a:buChar char="•"/>
            </a:pPr>
            <a:r>
              <a:rPr lang="en-US" sz="2000" dirty="0">
                <a:latin typeface="Times New Roman" panose="02020603050405020304" pitchFamily="18" charset="0"/>
                <a:cs typeface="Times New Roman" panose="02020603050405020304" pitchFamily="18" charset="0"/>
              </a:rPr>
              <a:t>Signals optimal harvest timing.</a:t>
            </a:r>
          </a:p>
          <a:p>
            <a:pPr lvl="1" algn="just">
              <a:buClr>
                <a:srgbClr val="000000"/>
              </a:buClr>
              <a:buSzPct val="100000"/>
              <a:buFont typeface="Arial" panose="05000000000000000000" pitchFamily="2" charset="2"/>
              <a:buChar char="•"/>
            </a:pPr>
            <a:r>
              <a:rPr lang="en-US" sz="2000" dirty="0">
                <a:latin typeface="Times New Roman" panose="02020603050405020304" pitchFamily="18" charset="0"/>
                <a:cs typeface="Times New Roman" panose="02020603050405020304" pitchFamily="18" charset="0"/>
              </a:rPr>
              <a:t>Improved resource optimization through predictive simulation.</a:t>
            </a:r>
          </a:p>
          <a:p>
            <a:pPr lvl="1" algn="just">
              <a:buClr>
                <a:srgbClr val="000000"/>
              </a:buClr>
              <a:buSzPct val="100000"/>
              <a:buFont typeface="Arial" panose="05000000000000000000" pitchFamily="2" charset="2"/>
              <a:buChar char="•"/>
            </a:pPr>
            <a:endParaRPr lang="en-US" sz="2000" dirty="0">
              <a:latin typeface="Times New Roman" panose="02020603050405020304" pitchFamily="18" charset="0"/>
              <a:cs typeface="Times New Roman" panose="02020603050405020304" pitchFamily="18" charset="0"/>
            </a:endParaRPr>
          </a:p>
        </p:txBody>
      </p:sp>
      <p:cxnSp>
        <p:nvCxnSpPr>
          <p:cNvPr id="10" name="Google Shape;436;p31">
            <a:extLst>
              <a:ext uri="{FF2B5EF4-FFF2-40B4-BE49-F238E27FC236}">
                <a16:creationId xmlns:a16="http://schemas.microsoft.com/office/drawing/2014/main" id="{651FC17F-BE5A-9C26-7345-6EEA7B6D033F}"/>
              </a:ext>
            </a:extLst>
          </p:cNvPr>
          <p:cNvCxnSpPr/>
          <p:nvPr/>
        </p:nvCxnSpPr>
        <p:spPr>
          <a:xfrm>
            <a:off x="0" y="682394"/>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B0C0636E-CBBB-8461-454B-DC5D031E3775}"/>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221FB452-11D4-CA39-0083-4F277C81BB98}"/>
              </a:ext>
            </a:extLst>
          </p:cNvPr>
          <p:cNvSpPr>
            <a:spLocks noGrp="1"/>
          </p:cNvSpPr>
          <p:nvPr>
            <p:ph type="sldNum" sz="quarter" idx="12"/>
          </p:nvPr>
        </p:nvSpPr>
        <p:spPr/>
        <p:txBody>
          <a:bodyPr/>
          <a:lstStyle/>
          <a:p>
            <a:fld id="{00000000-1234-1234-1234-123412341234}" type="slidenum">
              <a:rPr lang="en-US" smtClean="0"/>
              <a:t>7</a:t>
            </a:fld>
            <a:endParaRPr lang="en-US"/>
          </a:p>
        </p:txBody>
      </p:sp>
    </p:spTree>
    <p:extLst>
      <p:ext uri="{BB962C8B-B14F-4D97-AF65-F5344CB8AC3E}">
        <p14:creationId xmlns:p14="http://schemas.microsoft.com/office/powerpoint/2010/main" val="20101393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307">
          <a:extLst>
            <a:ext uri="{FF2B5EF4-FFF2-40B4-BE49-F238E27FC236}">
              <a16:creationId xmlns:a16="http://schemas.microsoft.com/office/drawing/2014/main" id="{49B4A64F-671C-3347-8402-FF235ABF76BB}"/>
            </a:ext>
          </a:extLst>
        </p:cNvPr>
        <p:cNvGrpSpPr/>
        <p:nvPr/>
      </p:nvGrpSpPr>
      <p:grpSpPr>
        <a:xfrm>
          <a:off x="0" y="0"/>
          <a:ext cx="0" cy="0"/>
          <a:chOff x="0" y="0"/>
          <a:chExt cx="0" cy="0"/>
        </a:xfrm>
      </p:grpSpPr>
      <p:sp>
        <p:nvSpPr>
          <p:cNvPr id="9" name="Google Shape;303;p15">
            <a:extLst>
              <a:ext uri="{FF2B5EF4-FFF2-40B4-BE49-F238E27FC236}">
                <a16:creationId xmlns:a16="http://schemas.microsoft.com/office/drawing/2014/main" id="{937E7718-B30E-EB93-992B-810B8AB50FD5}"/>
              </a:ext>
            </a:extLst>
          </p:cNvPr>
          <p:cNvSpPr txBox="1">
            <a:spLocks noGrp="1"/>
          </p:cNvSpPr>
          <p:nvPr>
            <p:ph type="title"/>
          </p:nvPr>
        </p:nvSpPr>
        <p:spPr>
          <a:xfrm>
            <a:off x="0" y="0"/>
            <a:ext cx="9143999" cy="667384"/>
          </a:xfrm>
          <a:prstGeom prst="rect">
            <a:avLst/>
          </a:prstGeom>
          <a:noFill/>
          <a:ln>
            <a:noFill/>
          </a:ln>
        </p:spPr>
        <p:txBody>
          <a:bodyPr spcFirstLastPara="1" wrap="square" lIns="91425" tIns="45700" rIns="91425" bIns="45700" anchor="ctr" anchorCtr="0">
            <a:noAutofit/>
          </a:bodyPr>
          <a:lstStyle/>
          <a:p>
            <a:pPr algn="ctr">
              <a:spcBef>
                <a:spcPts val="0"/>
              </a:spcBef>
            </a:pPr>
            <a:r>
              <a:rPr lang="en-US" sz="2800" b="1" dirty="0">
                <a:solidFill>
                  <a:srgbClr val="006600"/>
                </a:solidFill>
                <a:latin typeface="Bookman Old Style"/>
                <a:ea typeface="+mj-lt"/>
                <a:cs typeface="+mj-lt"/>
                <a:sym typeface="Times New Roman" panose="02020603050405020304"/>
              </a:rPr>
              <a:t>Proposed System Architecture of </a:t>
            </a:r>
            <a:r>
              <a:rPr lang="en-US" sz="2800" b="1" dirty="0" err="1">
                <a:solidFill>
                  <a:srgbClr val="006600"/>
                </a:solidFill>
                <a:latin typeface="Bookman Old Style"/>
                <a:ea typeface="+mj-lt"/>
                <a:cs typeface="+mj-lt"/>
                <a:sym typeface="Times New Roman" panose="02020603050405020304"/>
              </a:rPr>
              <a:t>AgriTwin</a:t>
            </a:r>
            <a:r>
              <a:rPr lang="en-US" sz="2800" b="1" dirty="0">
                <a:solidFill>
                  <a:srgbClr val="006600"/>
                </a:solidFill>
                <a:latin typeface="Bookman Old Style"/>
                <a:ea typeface="+mj-lt"/>
                <a:cs typeface="+mj-lt"/>
                <a:sym typeface="Times New Roman" panose="02020603050405020304"/>
              </a:rPr>
              <a:t>-GH (Contd..)</a:t>
            </a:r>
            <a:endParaRPr lang="en-US" dirty="0">
              <a:latin typeface="Bookman Old Style"/>
            </a:endParaRPr>
          </a:p>
        </p:txBody>
      </p:sp>
      <p:pic>
        <p:nvPicPr>
          <p:cNvPr id="4" name="Content Placeholder 3" descr="A diagram of a data processing process&#10;&#10;AI-generated content may be incorrect.">
            <a:extLst>
              <a:ext uri="{FF2B5EF4-FFF2-40B4-BE49-F238E27FC236}">
                <a16:creationId xmlns:a16="http://schemas.microsoft.com/office/drawing/2014/main" id="{015A08F4-F03A-D19D-9B15-7ADE4F8EC16F}"/>
              </a:ext>
            </a:extLst>
          </p:cNvPr>
          <p:cNvPicPr>
            <a:picLocks noGrp="1" noChangeAspect="1"/>
          </p:cNvPicPr>
          <p:nvPr>
            <p:ph idx="1"/>
          </p:nvPr>
        </p:nvPicPr>
        <p:blipFill>
          <a:blip r:embed="rId4"/>
          <a:stretch>
            <a:fillRect/>
          </a:stretch>
        </p:blipFill>
        <p:spPr>
          <a:xfrm>
            <a:off x="95249" y="732950"/>
            <a:ext cx="8953500" cy="5648325"/>
          </a:xfrm>
          <a:prstGeom prst="rect">
            <a:avLst/>
          </a:prstGeom>
          <a:noFill/>
          <a:ln>
            <a:noFill/>
          </a:ln>
        </p:spPr>
      </p:pic>
      <p:cxnSp>
        <p:nvCxnSpPr>
          <p:cNvPr id="10" name="Google Shape;436;p31">
            <a:extLst>
              <a:ext uri="{FF2B5EF4-FFF2-40B4-BE49-F238E27FC236}">
                <a16:creationId xmlns:a16="http://schemas.microsoft.com/office/drawing/2014/main" id="{460FE9F3-7897-EBA5-B75A-CB1C37E8278E}"/>
              </a:ext>
            </a:extLst>
          </p:cNvPr>
          <p:cNvCxnSpPr/>
          <p:nvPr/>
        </p:nvCxnSpPr>
        <p:spPr>
          <a:xfrm>
            <a:off x="0" y="682394"/>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21D6026-86B8-9722-8315-CC156FEA49E4}"/>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588F2BC5-E8B4-6B28-8BBC-71A295F486F5}"/>
              </a:ext>
            </a:extLst>
          </p:cNvPr>
          <p:cNvSpPr>
            <a:spLocks noGrp="1"/>
          </p:cNvSpPr>
          <p:nvPr>
            <p:ph type="sldNum" sz="quarter" idx="12"/>
          </p:nvPr>
        </p:nvSpPr>
        <p:spPr/>
        <p:txBody>
          <a:bodyPr/>
          <a:lstStyle/>
          <a:p>
            <a:fld id="{00000000-1234-1234-1234-123412341234}" type="slidenum">
              <a:rPr lang="en-US" smtClean="0"/>
              <a:t>8</a:t>
            </a:fld>
            <a:endParaRPr lang="en-US"/>
          </a:p>
        </p:txBody>
      </p:sp>
      <p:sp>
        <p:nvSpPr>
          <p:cNvPr id="5" name="TextBox 4">
            <a:extLst>
              <a:ext uri="{FF2B5EF4-FFF2-40B4-BE49-F238E27FC236}">
                <a16:creationId xmlns:a16="http://schemas.microsoft.com/office/drawing/2014/main" id="{FF599654-14E5-F29C-13D0-4988A3DE6F52}"/>
              </a:ext>
            </a:extLst>
          </p:cNvPr>
          <p:cNvSpPr txBox="1"/>
          <p:nvPr/>
        </p:nvSpPr>
        <p:spPr>
          <a:xfrm>
            <a:off x="2757007" y="6464653"/>
            <a:ext cx="741216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Times New Roman"/>
                <a:cs typeface="Times New Roman"/>
              </a:rPr>
              <a:t>Fig: High-Level Architecture Diagram of </a:t>
            </a:r>
            <a:r>
              <a:rPr lang="en-US" sz="1100" err="1">
                <a:latin typeface="Times New Roman"/>
                <a:cs typeface="Times New Roman"/>
              </a:rPr>
              <a:t>AgriTwin</a:t>
            </a:r>
            <a:r>
              <a:rPr lang="en-US" sz="1100">
                <a:latin typeface="Times New Roman"/>
                <a:cs typeface="Times New Roman"/>
              </a:rPr>
              <a:t>-GH</a:t>
            </a:r>
            <a:endParaRPr lang="en-US" sz="1100"/>
          </a:p>
        </p:txBody>
      </p:sp>
    </p:spTree>
    <p:extLst>
      <p:ext uri="{BB962C8B-B14F-4D97-AF65-F5344CB8AC3E}">
        <p14:creationId xmlns:p14="http://schemas.microsoft.com/office/powerpoint/2010/main" val="18434263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a:solidFill>
                  <a:srgbClr val="006600"/>
                </a:solidFill>
                <a:latin typeface="Bookman Old Style" panose="02050604050505020204" pitchFamily="18" charset="0"/>
                <a:cs typeface="Calibri" panose="020F0502020204030204"/>
                <a:sym typeface="Times New Roman" panose="02020603050405020304"/>
              </a:rPr>
              <a:t>Project Modules</a:t>
            </a:r>
            <a:endParaRPr sz="2800" b="1">
              <a:solidFill>
                <a:srgbClr val="006600"/>
              </a:solidFill>
              <a:latin typeface="Bookman Old Style" panose="02050604050505020204" pitchFamily="18" charset="0"/>
              <a:cs typeface="Calibri" panose="020F0502020204030204"/>
              <a:sym typeface="Arial" panose="020B0604020202020204"/>
            </a:endParaRPr>
          </a:p>
        </p:txBody>
      </p:sp>
      <p:sp>
        <p:nvSpPr>
          <p:cNvPr id="1258" name="Google Shape;1258;p101"/>
          <p:cNvSpPr txBox="1">
            <a:spLocks noGrp="1"/>
          </p:cNvSpPr>
          <p:nvPr>
            <p:ph idx="1"/>
          </p:nvPr>
        </p:nvSpPr>
        <p:spPr>
          <a:xfrm>
            <a:off x="-628650" y="699603"/>
            <a:ext cx="9144000" cy="2320976"/>
          </a:xfrm>
          <a:prstGeom prst="rect">
            <a:avLst/>
          </a:prstGeom>
          <a:noFill/>
          <a:ln>
            <a:noFill/>
          </a:ln>
        </p:spPr>
        <p:txBody>
          <a:bodyPr spcFirstLastPara="1" wrap="square" lIns="91425" tIns="45700" rIns="91425" bIns="45700" anchor="t" anchorCtr="0">
            <a:noAutofit/>
          </a:bodyPr>
          <a:lstStyle/>
          <a:p>
            <a:pPr marL="685800" lvl="2" indent="0" algn="ctr">
              <a:buNone/>
            </a:pPr>
            <a:r>
              <a:rPr lang="en-US" sz="2200" b="1" dirty="0">
                <a:latin typeface="Times New Roman"/>
                <a:cs typeface="Times New Roman"/>
                <a:sym typeface="Times New Roman" panose="02020603050405020304"/>
              </a:rPr>
              <a:t>    Module – I: Data Processing</a:t>
            </a:r>
            <a:r>
              <a:rPr lang="en-US" sz="2200" b="1" dirty="0">
                <a:latin typeface="Times New Roman"/>
                <a:cs typeface="Times New Roman"/>
              </a:rPr>
              <a:t> and AI-Based Crop Intelligence</a:t>
            </a:r>
            <a:endParaRPr lang="en-US" sz="2200" b="1" dirty="0">
              <a:latin typeface="Times New Roman"/>
              <a:ea typeface="Calibri"/>
              <a:cs typeface="Times New Roman"/>
            </a:endParaRPr>
          </a:p>
          <a:p>
            <a:pPr lvl="3" algn="just">
              <a:lnSpc>
                <a:spcPct val="100000"/>
              </a:lnSpc>
              <a:buFont typeface="Wingdings" panose="05000000000000000000" pitchFamily="2" charset="2"/>
              <a:buChar char="q"/>
            </a:pPr>
            <a:r>
              <a:rPr lang="en-US" sz="2000" dirty="0">
                <a:latin typeface="Times New Roman"/>
                <a:cs typeface="Times New Roman"/>
              </a:rPr>
              <a:t> This</a:t>
            </a:r>
            <a:r>
              <a:rPr lang="en-US" sz="2000" dirty="0">
                <a:latin typeface="Times New Roman"/>
                <a:ea typeface="+mn-lt"/>
                <a:cs typeface="Times New Roman"/>
              </a:rPr>
              <a:t> module focuses on preparing agricultural datasets and analyzing crop conditions.</a:t>
            </a:r>
          </a:p>
          <a:p>
            <a:pPr lvl="3" algn="just">
              <a:lnSpc>
                <a:spcPct val="100000"/>
              </a:lnSpc>
              <a:buFont typeface="Wingdings" panose="05000000000000000000" pitchFamily="2" charset="2"/>
              <a:buChar char="q"/>
            </a:pPr>
            <a:r>
              <a:rPr lang="en-US" sz="2000" dirty="0">
                <a:latin typeface="Times New Roman"/>
                <a:ea typeface="+mn-lt"/>
                <a:cs typeface="Times New Roman"/>
              </a:rPr>
              <a:t> Processes environmental datasets obtained from weather API.</a:t>
            </a:r>
          </a:p>
          <a:p>
            <a:pPr lvl="3" algn="just">
              <a:lnSpc>
                <a:spcPct val="100000"/>
              </a:lnSpc>
              <a:buFont typeface="Wingdings" panose="05000000000000000000" pitchFamily="2" charset="2"/>
              <a:buChar char="q"/>
            </a:pPr>
            <a:r>
              <a:rPr lang="en-US" sz="2000" dirty="0">
                <a:latin typeface="Times New Roman"/>
                <a:ea typeface="+mn-lt"/>
                <a:cs typeface="Times New Roman"/>
              </a:rPr>
              <a:t> Performs data cleaning, validation, and feature engineering.</a:t>
            </a:r>
          </a:p>
          <a:p>
            <a:pPr lvl="3" algn="just">
              <a:lnSpc>
                <a:spcPct val="100000"/>
              </a:lnSpc>
              <a:buFont typeface="Wingdings" panose="05000000000000000000" pitchFamily="2" charset="2"/>
              <a:buChar char="q"/>
            </a:pPr>
            <a:r>
              <a:rPr lang="en-US" sz="2000" dirty="0">
                <a:latin typeface="Times New Roman"/>
                <a:ea typeface="+mn-lt"/>
                <a:cs typeface="Times New Roman"/>
              </a:rPr>
              <a:t> Preprocesses plant image datasets for AI analysis.</a:t>
            </a:r>
          </a:p>
          <a:p>
            <a:pPr lvl="3" algn="just">
              <a:lnSpc>
                <a:spcPct val="100000"/>
              </a:lnSpc>
              <a:buFont typeface="Wingdings" panose="05000000000000000000" pitchFamily="2" charset="2"/>
              <a:buChar char="q"/>
            </a:pPr>
            <a:r>
              <a:rPr lang="en-US" sz="2000" dirty="0">
                <a:latin typeface="Times New Roman"/>
                <a:ea typeface="+mn-lt"/>
                <a:cs typeface="Times New Roman"/>
              </a:rPr>
              <a:t> Uses deep learning models for plant disease detection and crop growth stage classification.</a:t>
            </a:r>
            <a:endParaRPr lang="en-US" sz="2000" dirty="0">
              <a:latin typeface="Times New Roman"/>
              <a:ea typeface="Calibri"/>
              <a:cs typeface="Times New Roman"/>
            </a:endParaRPr>
          </a:p>
          <a:p>
            <a:pPr marL="720725" lvl="2" indent="0">
              <a:lnSpc>
                <a:spcPts val="2600"/>
              </a:lnSpc>
              <a:spcBef>
                <a:spcPts val="380"/>
              </a:spcBef>
              <a:spcAft>
                <a:spcPts val="0"/>
              </a:spcAft>
              <a:buSzPts val="1900"/>
              <a:buNone/>
            </a:pPr>
            <a:endParaRPr lang="en-US" sz="1700" dirty="0">
              <a:latin typeface="Times New Roman"/>
              <a:cs typeface="Times New Roman" panose="02020603050405020304" pitchFamily="18" charset="0"/>
            </a:endParaRPr>
          </a:p>
        </p:txBody>
      </p:sp>
      <p:cxnSp>
        <p:nvCxnSpPr>
          <p:cNvPr id="6" name="Google Shape;1249;p100"/>
          <p:cNvCxnSpPr/>
          <p:nvPr/>
        </p:nvCxnSpPr>
        <p:spPr>
          <a:xfrm>
            <a:off x="0" y="694840"/>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A56B0C5-58E0-9753-7EDD-007A20B9BC8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5" name="Slide Number Placeholder 4">
            <a:extLst>
              <a:ext uri="{FF2B5EF4-FFF2-40B4-BE49-F238E27FC236}">
                <a16:creationId xmlns:a16="http://schemas.microsoft.com/office/drawing/2014/main" id="{431FDD3B-E9E7-9EAB-1417-2C58F09D367D}"/>
              </a:ext>
            </a:extLst>
          </p:cNvPr>
          <p:cNvSpPr>
            <a:spLocks noGrp="1"/>
          </p:cNvSpPr>
          <p:nvPr>
            <p:ph type="sldNum" sz="quarter" idx="12"/>
          </p:nvPr>
        </p:nvSpPr>
        <p:spPr/>
        <p:txBody>
          <a:bodyPr/>
          <a:lstStyle/>
          <a:p>
            <a:fld id="{00000000-1234-1234-1234-123412341234}" type="slidenum">
              <a:rPr lang="en-US" smtClean="0"/>
              <a:t>9</a:t>
            </a:fld>
            <a:endParaRPr lang="en-US"/>
          </a:p>
        </p:txBody>
      </p:sp>
      <p:pic>
        <p:nvPicPr>
          <p:cNvPr id="4" name="Picture 3">
            <a:extLst>
              <a:ext uri="{FF2B5EF4-FFF2-40B4-BE49-F238E27FC236}">
                <a16:creationId xmlns:a16="http://schemas.microsoft.com/office/drawing/2014/main" id="{C0D4549C-D783-275B-1F0B-4EB46EC47568}"/>
              </a:ext>
            </a:extLst>
          </p:cNvPr>
          <p:cNvPicPr>
            <a:picLocks noChangeAspect="1"/>
          </p:cNvPicPr>
          <p:nvPr/>
        </p:nvPicPr>
        <p:blipFill>
          <a:blip r:embed="rId3"/>
          <a:stretch>
            <a:fillRect/>
          </a:stretch>
        </p:blipFill>
        <p:spPr>
          <a:xfrm>
            <a:off x="1187533" y="3565689"/>
            <a:ext cx="6840186" cy="2790662"/>
          </a:xfrm>
          <a:prstGeom prst="rect">
            <a:avLst/>
          </a:prstGeom>
        </p:spPr>
      </p:pic>
      <p:sp>
        <p:nvSpPr>
          <p:cNvPr id="7" name="TextBox 6">
            <a:extLst>
              <a:ext uri="{FF2B5EF4-FFF2-40B4-BE49-F238E27FC236}">
                <a16:creationId xmlns:a16="http://schemas.microsoft.com/office/drawing/2014/main" id="{77044728-FC91-2DE0-6831-7C5D31F39C42}"/>
              </a:ext>
            </a:extLst>
          </p:cNvPr>
          <p:cNvSpPr txBox="1"/>
          <p:nvPr/>
        </p:nvSpPr>
        <p:spPr>
          <a:xfrm>
            <a:off x="1617952" y="6406468"/>
            <a:ext cx="5255634" cy="261610"/>
          </a:xfrm>
          <a:prstGeom prst="rect">
            <a:avLst/>
          </a:prstGeom>
          <a:noFill/>
        </p:spPr>
        <p:txBody>
          <a:bodyPr wrap="square" rtlCol="0">
            <a:spAutoFit/>
          </a:bodyPr>
          <a:lstStyle/>
          <a:p>
            <a:r>
              <a:rPr lang="en-IN" sz="1100" dirty="0">
                <a:latin typeface="Times New Roman" panose="02020603050405020304" pitchFamily="18" charset="0"/>
                <a:cs typeface="Times New Roman" panose="02020603050405020304" pitchFamily="18" charset="0"/>
              </a:rPr>
              <a:t>Fig. Task-Level Architecture of Data Processing and AI-Based Crop Intelligence Module</a:t>
            </a:r>
          </a:p>
        </p:txBody>
      </p:sp>
    </p:spTree>
    <p:extLst>
      <p:ext uri="{BB962C8B-B14F-4D97-AF65-F5344CB8AC3E}">
        <p14:creationId xmlns:p14="http://schemas.microsoft.com/office/powerpoint/2010/main" val="35749873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a:solidFill>
                  <a:srgbClr val="006600"/>
                </a:solidFill>
                <a:latin typeface="Bookman Old Style" panose="02050604050505020204" pitchFamily="18" charset="0"/>
                <a:cs typeface="Calibri" panose="020F0502020204030204"/>
                <a:sym typeface="Times New Roman" panose="02020603050405020304"/>
              </a:rPr>
              <a:t>Project Modules </a:t>
            </a:r>
            <a:r>
              <a:rPr lang="en-US" sz="2800" b="1">
                <a:solidFill>
                  <a:srgbClr val="006600"/>
                </a:solidFill>
                <a:latin typeface="Bookman Old Style" panose="02050604050505020204" pitchFamily="18" charset="0"/>
                <a:cs typeface="Arial" panose="020B0604020202020204"/>
                <a:sym typeface="Times New Roman" panose="02020603050405020304"/>
              </a:rPr>
              <a:t>(Contd..)</a:t>
            </a:r>
            <a:endParaRPr sz="2800" b="1">
              <a:solidFill>
                <a:srgbClr val="006600"/>
              </a:solidFill>
              <a:latin typeface="Bookman Old Style" panose="02050604050505020204" pitchFamily="18" charset="0"/>
              <a:cs typeface="Calibri" panose="020F0502020204030204"/>
              <a:sym typeface="Arial" panose="020B0604020202020204"/>
            </a:endParaRPr>
          </a:p>
        </p:txBody>
      </p:sp>
      <p:sp>
        <p:nvSpPr>
          <p:cNvPr id="1258" name="Google Shape;1258;p101"/>
          <p:cNvSpPr txBox="1">
            <a:spLocks noGrp="1"/>
          </p:cNvSpPr>
          <p:nvPr>
            <p:ph idx="1"/>
          </p:nvPr>
        </p:nvSpPr>
        <p:spPr>
          <a:xfrm>
            <a:off x="228600" y="841865"/>
            <a:ext cx="8915400" cy="5602015"/>
          </a:xfrm>
          <a:prstGeom prst="rect">
            <a:avLst/>
          </a:prstGeom>
          <a:noFill/>
          <a:ln>
            <a:noFill/>
          </a:ln>
        </p:spPr>
        <p:txBody>
          <a:bodyPr spcFirstLastPara="1" wrap="square" lIns="91425" tIns="45700" rIns="91425" bIns="45700" anchor="t" anchorCtr="0">
            <a:noAutofit/>
          </a:bodyPr>
          <a:lstStyle/>
          <a:p>
            <a:pPr marL="720725" lvl="2" indent="0" algn="ctr">
              <a:lnSpc>
                <a:spcPts val="2600"/>
              </a:lnSpc>
              <a:spcBef>
                <a:spcPts val="380"/>
              </a:spcBef>
              <a:buClr>
                <a:schemeClr val="dk1"/>
              </a:buClr>
              <a:buSzPts val="1900"/>
              <a:buNone/>
            </a:pPr>
            <a:r>
              <a:rPr lang="en-US" sz="2200" b="1" dirty="0">
                <a:latin typeface="Times New Roman" panose="02020603050405020304" pitchFamily="18" charset="0"/>
                <a:cs typeface="Times New Roman" panose="02020603050405020304" pitchFamily="18" charset="0"/>
                <a:sym typeface="Times New Roman" panose="02020603050405020304"/>
              </a:rPr>
              <a:t>Module – II: Predictive Analytics &amp; Crop Health Forecasting</a:t>
            </a:r>
            <a:endParaRPr lang="en-US" sz="2200" dirty="0">
              <a:latin typeface="Times New Roman" panose="02020603050405020304" pitchFamily="18" charset="0"/>
              <a:ea typeface="+mn-lt"/>
              <a:cs typeface="Times New Roman" panose="02020603050405020304" pitchFamily="18" charset="0"/>
            </a:endParaRPr>
          </a:p>
          <a:p>
            <a:pPr algn="just">
              <a:lnSpc>
                <a:spcPct val="100000"/>
              </a:lnSpc>
              <a:buFont typeface="Wingdings" panose="020B0604020202020204" pitchFamily="34" charset="0"/>
              <a:buChar char="q"/>
            </a:pPr>
            <a:r>
              <a:rPr lang="en-US" sz="2000" dirty="0">
                <a:latin typeface="Times New Roman"/>
                <a:ea typeface="+mn-lt"/>
                <a:cs typeface="Times New Roman"/>
              </a:rPr>
              <a:t> This module predicts future crop and environmental conditions.</a:t>
            </a:r>
          </a:p>
          <a:p>
            <a:pPr algn="just">
              <a:lnSpc>
                <a:spcPct val="100000"/>
              </a:lnSpc>
              <a:buFont typeface="Wingdings" panose="020B0604020202020204" pitchFamily="34" charset="0"/>
              <a:buChar char="q"/>
            </a:pPr>
            <a:r>
              <a:rPr lang="en-US" sz="2000" dirty="0">
                <a:latin typeface="Times New Roman"/>
                <a:ea typeface="+mn-lt"/>
                <a:cs typeface="Times New Roman"/>
              </a:rPr>
              <a:t> Analyzes greenhouse environmental data and crop analysis outputs.</a:t>
            </a:r>
          </a:p>
          <a:p>
            <a:pPr algn="just">
              <a:lnSpc>
                <a:spcPct val="100000"/>
              </a:lnSpc>
              <a:buFont typeface="Wingdings" panose="020B0604020202020204" pitchFamily="34" charset="0"/>
              <a:buChar char="q"/>
            </a:pPr>
            <a:r>
              <a:rPr lang="en-US" sz="2000" dirty="0">
                <a:latin typeface="Times New Roman"/>
                <a:ea typeface="+mn-lt"/>
                <a:cs typeface="Times New Roman"/>
              </a:rPr>
              <a:t> Performs disease risk prediction using environmental factor.</a:t>
            </a:r>
          </a:p>
          <a:p>
            <a:pPr algn="just">
              <a:lnSpc>
                <a:spcPct val="100000"/>
              </a:lnSpc>
              <a:buFont typeface="Wingdings" panose="020B0604020202020204" pitchFamily="34" charset="0"/>
              <a:buChar char="q"/>
            </a:pPr>
            <a:r>
              <a:rPr lang="en-US" sz="2000" dirty="0">
                <a:latin typeface="Times New Roman"/>
                <a:ea typeface="+mn-lt"/>
                <a:cs typeface="Times New Roman"/>
              </a:rPr>
              <a:t> Forecasts crop growth progression using temporal data.</a:t>
            </a:r>
          </a:p>
          <a:p>
            <a:pPr algn="just">
              <a:lnSpc>
                <a:spcPct val="100000"/>
              </a:lnSpc>
              <a:buFont typeface="Wingdings" panose="020B0604020202020204" pitchFamily="34" charset="0"/>
              <a:buChar char="q"/>
            </a:pPr>
            <a:r>
              <a:rPr lang="en-US" sz="2000" dirty="0">
                <a:latin typeface="Times New Roman"/>
                <a:ea typeface="+mn-lt"/>
                <a:cs typeface="Times New Roman"/>
              </a:rPr>
              <a:t> Predicts future greenhouse environmental conditions.</a:t>
            </a:r>
            <a:endParaRPr lang="en-US" sz="2000" dirty="0">
              <a:latin typeface="Times New Roman"/>
              <a:ea typeface="Calibri"/>
              <a:cs typeface="Calibri"/>
            </a:endParaRPr>
          </a:p>
          <a:p>
            <a:pPr algn="just">
              <a:lnSpc>
                <a:spcPct val="150000"/>
              </a:lnSpc>
              <a:buClr>
                <a:srgbClr val="000000"/>
              </a:buClr>
              <a:buSzPct val="100000"/>
              <a:buFont typeface="Wingdings" panose="020B0604020202020204" pitchFamily="34" charset="0"/>
              <a:buChar char="q"/>
            </a:pPr>
            <a:endParaRPr lang="en-US" sz="1900" dirty="0">
              <a:latin typeface="Times New Roman"/>
              <a:ea typeface="Calibri"/>
              <a:cs typeface="Calibri"/>
            </a:endParaRPr>
          </a:p>
        </p:txBody>
      </p:sp>
      <p:cxnSp>
        <p:nvCxnSpPr>
          <p:cNvPr id="6" name="Google Shape;1249;p100"/>
          <p:cNvCxnSpPr/>
          <p:nvPr/>
        </p:nvCxnSpPr>
        <p:spPr>
          <a:xfrm>
            <a:off x="0" y="694840"/>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A56B0C5-58E0-9753-7EDD-007A20B9BC8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5" name="Slide Number Placeholder 4">
            <a:extLst>
              <a:ext uri="{FF2B5EF4-FFF2-40B4-BE49-F238E27FC236}">
                <a16:creationId xmlns:a16="http://schemas.microsoft.com/office/drawing/2014/main" id="{79933AC9-D4C1-30CF-9EFE-002F836EFE5A}"/>
              </a:ext>
            </a:extLst>
          </p:cNvPr>
          <p:cNvSpPr>
            <a:spLocks noGrp="1"/>
          </p:cNvSpPr>
          <p:nvPr>
            <p:ph type="sldNum" sz="quarter" idx="12"/>
          </p:nvPr>
        </p:nvSpPr>
        <p:spPr/>
        <p:txBody>
          <a:bodyPr/>
          <a:lstStyle/>
          <a:p>
            <a:fld id="{00000000-1234-1234-1234-123412341234}" type="slidenum">
              <a:rPr lang="en-US" smtClean="0"/>
              <a:t>10</a:t>
            </a:fld>
            <a:endParaRPr lang="en-US"/>
          </a:p>
        </p:txBody>
      </p:sp>
      <p:pic>
        <p:nvPicPr>
          <p:cNvPr id="4" name="Picture 3">
            <a:extLst>
              <a:ext uri="{FF2B5EF4-FFF2-40B4-BE49-F238E27FC236}">
                <a16:creationId xmlns:a16="http://schemas.microsoft.com/office/drawing/2014/main" id="{3B903F32-54AE-D232-024F-FB1FA2C84F72}"/>
              </a:ext>
            </a:extLst>
          </p:cNvPr>
          <p:cNvPicPr>
            <a:picLocks noChangeAspect="1"/>
          </p:cNvPicPr>
          <p:nvPr/>
        </p:nvPicPr>
        <p:blipFill>
          <a:blip r:embed="rId3"/>
          <a:stretch>
            <a:fillRect/>
          </a:stretch>
        </p:blipFill>
        <p:spPr>
          <a:xfrm>
            <a:off x="463138" y="3502817"/>
            <a:ext cx="8312727" cy="2839858"/>
          </a:xfrm>
          <a:prstGeom prst="rect">
            <a:avLst/>
          </a:prstGeom>
        </p:spPr>
      </p:pic>
      <p:sp>
        <p:nvSpPr>
          <p:cNvPr id="7" name="TextBox 6">
            <a:extLst>
              <a:ext uri="{FF2B5EF4-FFF2-40B4-BE49-F238E27FC236}">
                <a16:creationId xmlns:a16="http://schemas.microsoft.com/office/drawing/2014/main" id="{6B70827B-2AE2-0E54-C354-B5229EC329B8}"/>
              </a:ext>
            </a:extLst>
          </p:cNvPr>
          <p:cNvSpPr txBox="1"/>
          <p:nvPr/>
        </p:nvSpPr>
        <p:spPr>
          <a:xfrm>
            <a:off x="1759974" y="6383704"/>
            <a:ext cx="5624051" cy="261610"/>
          </a:xfrm>
          <a:prstGeom prst="rect">
            <a:avLst/>
          </a:prstGeom>
          <a:noFill/>
        </p:spPr>
        <p:txBody>
          <a:bodyPr wrap="square" rtlCol="0">
            <a:spAutoFit/>
          </a:bodyPr>
          <a:lstStyle/>
          <a:p>
            <a:r>
              <a:rPr lang="en-IN" sz="1100" dirty="0">
                <a:latin typeface="Times New Roman" panose="02020603050405020304" pitchFamily="18" charset="0"/>
                <a:cs typeface="Times New Roman" panose="02020603050405020304" pitchFamily="18" charset="0"/>
              </a:rPr>
              <a:t>Fig . Task-Level Architecture of Predictive Analytics and Crop Health Forecasting Module</a:t>
            </a:r>
          </a:p>
        </p:txBody>
      </p:sp>
    </p:spTree>
    <p:extLst>
      <p:ext uri="{BB962C8B-B14F-4D97-AF65-F5344CB8AC3E}">
        <p14:creationId xmlns:p14="http://schemas.microsoft.com/office/powerpoint/2010/main" val="22391286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dirty="0">
                <a:solidFill>
                  <a:srgbClr val="006600"/>
                </a:solidFill>
                <a:latin typeface="Bookman Old Style" panose="02050604050505020204" pitchFamily="18" charset="0"/>
                <a:cs typeface="Calibri" panose="020F0502020204030204"/>
                <a:sym typeface="Times New Roman" panose="02020603050405020304"/>
              </a:rPr>
              <a:t>Project Modules </a:t>
            </a:r>
            <a:r>
              <a:rPr lang="en-US" sz="2800" b="1" dirty="0">
                <a:solidFill>
                  <a:srgbClr val="006600"/>
                </a:solidFill>
                <a:latin typeface="Bookman Old Style" panose="02050604050505020204" pitchFamily="18" charset="0"/>
                <a:cs typeface="Arial" panose="020B0604020202020204"/>
                <a:sym typeface="Times New Roman" panose="02020603050405020304"/>
              </a:rPr>
              <a:t>(Contd..)</a:t>
            </a:r>
            <a:endParaRPr sz="2800" b="1" dirty="0">
              <a:solidFill>
                <a:srgbClr val="006600"/>
              </a:solidFill>
              <a:latin typeface="Bookman Old Style" panose="02050604050505020204" pitchFamily="18" charset="0"/>
              <a:cs typeface="Calibri" panose="020F0502020204030204"/>
              <a:sym typeface="Arial" panose="020B0604020202020204"/>
            </a:endParaRPr>
          </a:p>
        </p:txBody>
      </p:sp>
      <p:sp>
        <p:nvSpPr>
          <p:cNvPr id="1258" name="Google Shape;1258;p101"/>
          <p:cNvSpPr txBox="1">
            <a:spLocks noGrp="1"/>
          </p:cNvSpPr>
          <p:nvPr>
            <p:ph idx="1"/>
          </p:nvPr>
        </p:nvSpPr>
        <p:spPr>
          <a:xfrm>
            <a:off x="114300" y="826112"/>
            <a:ext cx="8915400" cy="5831659"/>
          </a:xfrm>
          <a:prstGeom prst="rect">
            <a:avLst/>
          </a:prstGeom>
          <a:noFill/>
          <a:ln>
            <a:noFill/>
          </a:ln>
        </p:spPr>
        <p:txBody>
          <a:bodyPr spcFirstLastPara="1" wrap="square" lIns="91425" tIns="45700" rIns="91425" bIns="45700" anchor="t" anchorCtr="0">
            <a:noAutofit/>
          </a:bodyPr>
          <a:lstStyle/>
          <a:p>
            <a:pPr marL="720725" lvl="2" indent="0" algn="ctr">
              <a:lnSpc>
                <a:spcPts val="2600"/>
              </a:lnSpc>
              <a:spcBef>
                <a:spcPts val="380"/>
              </a:spcBef>
              <a:buClr>
                <a:schemeClr val="dk1"/>
              </a:buClr>
              <a:buSzPts val="1900"/>
              <a:buNone/>
            </a:pPr>
            <a:r>
              <a:rPr lang="en-US" sz="2200" b="1" dirty="0">
                <a:latin typeface="Times New Roman" panose="02020603050405020304" pitchFamily="18" charset="0"/>
                <a:cs typeface="Times New Roman" panose="02020603050405020304" pitchFamily="18" charset="0"/>
                <a:sym typeface="Times New Roman" panose="02020603050405020304"/>
              </a:rPr>
              <a:t>Module – III: </a:t>
            </a:r>
            <a:r>
              <a:rPr lang="en-US" sz="2200" b="1" dirty="0">
                <a:latin typeface="Times New Roman" panose="02020603050405020304" pitchFamily="18" charset="0"/>
                <a:ea typeface="+mn-lt"/>
                <a:cs typeface="Times New Roman" panose="02020603050405020304" pitchFamily="18" charset="0"/>
                <a:sym typeface="Times New Roman" panose="02020603050405020304"/>
              </a:rPr>
              <a:t>Digital Twin Simulation and Intelligent Greenhouse Control  </a:t>
            </a:r>
            <a:endParaRPr lang="en-US" sz="2200" dirty="0">
              <a:latin typeface="Times New Roman" panose="02020603050405020304" pitchFamily="18" charset="0"/>
              <a:ea typeface="+mn-lt"/>
              <a:cs typeface="Times New Roman" panose="02020603050405020304" pitchFamily="18" charset="0"/>
            </a:endParaRPr>
          </a:p>
          <a:p>
            <a:pPr algn="just">
              <a:lnSpc>
                <a:spcPct val="100000"/>
              </a:lnSpc>
              <a:buFont typeface="Wingdings" panose="020B0604020202020204" pitchFamily="34" charset="0"/>
              <a:buChar char="q"/>
            </a:pPr>
            <a:r>
              <a:rPr lang="en-US" sz="2200" dirty="0">
                <a:latin typeface="Calibri"/>
                <a:ea typeface="Calibri"/>
                <a:cs typeface="Calibri"/>
              </a:rPr>
              <a:t> </a:t>
            </a:r>
            <a:r>
              <a:rPr lang="en-US" sz="2000" dirty="0">
                <a:latin typeface="Times New Roman"/>
                <a:ea typeface="Calibri"/>
                <a:cs typeface="Times New Roman"/>
              </a:rPr>
              <a:t>This module implements the digital twin model of the greenhouse.</a:t>
            </a:r>
          </a:p>
          <a:p>
            <a:pPr algn="just">
              <a:lnSpc>
                <a:spcPct val="100000"/>
              </a:lnSpc>
              <a:buFont typeface="Wingdings" panose="020B0604020202020204" pitchFamily="34" charset="0"/>
              <a:buChar char="q"/>
            </a:pPr>
            <a:r>
              <a:rPr lang="en-US" sz="2000" dirty="0">
                <a:latin typeface="Times New Roman"/>
                <a:ea typeface="Calibri"/>
                <a:cs typeface="Times New Roman"/>
              </a:rPr>
              <a:t> Creates a virtual representation of greenhouse conditions. Simulates crop growth and environmental dynamic.</a:t>
            </a:r>
            <a:endParaRPr lang="en-US" sz="2000" dirty="0">
              <a:latin typeface="Calibri"/>
              <a:ea typeface="Calibri"/>
              <a:cs typeface="Calibri"/>
            </a:endParaRPr>
          </a:p>
          <a:p>
            <a:pPr algn="just">
              <a:lnSpc>
                <a:spcPct val="100000"/>
              </a:lnSpc>
              <a:buFont typeface="Wingdings" panose="020B0604020202020204" pitchFamily="34" charset="0"/>
              <a:buChar char="q"/>
            </a:pPr>
            <a:r>
              <a:rPr lang="en-US" sz="2000" dirty="0">
                <a:latin typeface="Times New Roman"/>
                <a:ea typeface="Calibri"/>
                <a:cs typeface="Times New Roman"/>
              </a:rPr>
              <a:t> Evaluates alternative climate control strategies.</a:t>
            </a:r>
          </a:p>
          <a:p>
            <a:pPr algn="just">
              <a:lnSpc>
                <a:spcPct val="100000"/>
              </a:lnSpc>
              <a:buFont typeface="Wingdings" panose="020B0604020202020204" pitchFamily="34" charset="0"/>
              <a:buChar char="q"/>
            </a:pPr>
            <a:r>
              <a:rPr lang="en-US" sz="2000" dirty="0">
                <a:latin typeface="Times New Roman"/>
                <a:ea typeface="Calibri"/>
                <a:cs typeface="Times New Roman"/>
              </a:rPr>
              <a:t> Provides decision-support insights for greenhouse management.</a:t>
            </a:r>
          </a:p>
          <a:p>
            <a:pPr lvl="1" algn="just">
              <a:lnSpc>
                <a:spcPct val="150000"/>
              </a:lnSpc>
            </a:pPr>
            <a:endParaRPr lang="en-US" sz="2200" dirty="0">
              <a:latin typeface="Times New Roman" panose="02020603050405020304" pitchFamily="18" charset="0"/>
              <a:ea typeface="Calibri"/>
              <a:cs typeface="Times New Roman"/>
            </a:endParaRPr>
          </a:p>
          <a:p>
            <a:pPr algn="just">
              <a:lnSpc>
                <a:spcPct val="150000"/>
              </a:lnSpc>
              <a:spcBef>
                <a:spcPts val="0"/>
              </a:spcBef>
              <a:buClr>
                <a:srgbClr val="000000"/>
              </a:buClr>
              <a:buSzPct val="100000"/>
              <a:buFont typeface="Wingdings" panose="05000000000000000000" pitchFamily="2" charset="2"/>
              <a:buChar char="q"/>
            </a:pPr>
            <a:endParaRPr lang="en-US" sz="1800" dirty="0">
              <a:latin typeface="Times New Roman" panose="02020603050405020304" pitchFamily="18" charset="0"/>
              <a:cs typeface="Times New Roman" panose="02020603050405020304" pitchFamily="18" charset="0"/>
            </a:endParaRPr>
          </a:p>
        </p:txBody>
      </p:sp>
      <p:cxnSp>
        <p:nvCxnSpPr>
          <p:cNvPr id="6" name="Google Shape;1249;p100"/>
          <p:cNvCxnSpPr/>
          <p:nvPr/>
        </p:nvCxnSpPr>
        <p:spPr>
          <a:xfrm>
            <a:off x="0" y="694840"/>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A56B0C5-58E0-9753-7EDD-007A20B9BC8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5" name="Slide Number Placeholder 4">
            <a:extLst>
              <a:ext uri="{FF2B5EF4-FFF2-40B4-BE49-F238E27FC236}">
                <a16:creationId xmlns:a16="http://schemas.microsoft.com/office/drawing/2014/main" id="{651FC67D-3B08-8992-F7B5-C888F88C5D59}"/>
              </a:ext>
            </a:extLst>
          </p:cNvPr>
          <p:cNvSpPr>
            <a:spLocks noGrp="1"/>
          </p:cNvSpPr>
          <p:nvPr>
            <p:ph type="sldNum" sz="quarter" idx="12"/>
          </p:nvPr>
        </p:nvSpPr>
        <p:spPr/>
        <p:txBody>
          <a:bodyPr/>
          <a:lstStyle/>
          <a:p>
            <a:fld id="{00000000-1234-1234-1234-123412341234}" type="slidenum">
              <a:rPr lang="en-US" smtClean="0"/>
              <a:t>11</a:t>
            </a:fld>
            <a:endParaRPr lang="en-US"/>
          </a:p>
        </p:txBody>
      </p:sp>
      <p:pic>
        <p:nvPicPr>
          <p:cNvPr id="4" name="Picture 3">
            <a:extLst>
              <a:ext uri="{FF2B5EF4-FFF2-40B4-BE49-F238E27FC236}">
                <a16:creationId xmlns:a16="http://schemas.microsoft.com/office/drawing/2014/main" id="{52CDDC2E-519F-937E-EF4F-323E24BA4345}"/>
              </a:ext>
            </a:extLst>
          </p:cNvPr>
          <p:cNvPicPr>
            <a:picLocks noChangeAspect="1"/>
          </p:cNvPicPr>
          <p:nvPr/>
        </p:nvPicPr>
        <p:blipFill>
          <a:blip r:embed="rId3"/>
          <a:stretch>
            <a:fillRect/>
          </a:stretch>
        </p:blipFill>
        <p:spPr>
          <a:xfrm>
            <a:off x="308758" y="3739547"/>
            <a:ext cx="8585860" cy="2636709"/>
          </a:xfrm>
          <a:prstGeom prst="rect">
            <a:avLst/>
          </a:prstGeom>
        </p:spPr>
      </p:pic>
      <p:sp>
        <p:nvSpPr>
          <p:cNvPr id="7" name="TextBox 6">
            <a:extLst>
              <a:ext uri="{FF2B5EF4-FFF2-40B4-BE49-F238E27FC236}">
                <a16:creationId xmlns:a16="http://schemas.microsoft.com/office/drawing/2014/main" id="{046FEA73-2173-7C5B-042A-01561FA92CF5}"/>
              </a:ext>
            </a:extLst>
          </p:cNvPr>
          <p:cNvSpPr txBox="1"/>
          <p:nvPr/>
        </p:nvSpPr>
        <p:spPr>
          <a:xfrm>
            <a:off x="1567631" y="6396161"/>
            <a:ext cx="5919019" cy="261610"/>
          </a:xfrm>
          <a:prstGeom prst="rect">
            <a:avLst/>
          </a:prstGeom>
          <a:noFill/>
        </p:spPr>
        <p:txBody>
          <a:bodyPr wrap="square" rtlCol="0">
            <a:spAutoFit/>
          </a:bodyPr>
          <a:lstStyle/>
          <a:p>
            <a:r>
              <a:rPr lang="en-IN" sz="1100" dirty="0">
                <a:latin typeface="Times New Roman" panose="02020603050405020304" pitchFamily="18" charset="0"/>
                <a:cs typeface="Times New Roman" panose="02020603050405020304" pitchFamily="18" charset="0"/>
              </a:rPr>
              <a:t>Fig. Task-Level Architecture of Digital Twin Simulation and Intelligent Greenhouse Control Module</a:t>
            </a:r>
          </a:p>
        </p:txBody>
      </p:sp>
    </p:spTree>
    <p:extLst>
      <p:ext uri="{BB962C8B-B14F-4D97-AF65-F5344CB8AC3E}">
        <p14:creationId xmlns:p14="http://schemas.microsoft.com/office/powerpoint/2010/main" val="13151356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56">
          <a:extLst>
            <a:ext uri="{FF2B5EF4-FFF2-40B4-BE49-F238E27FC236}">
              <a16:creationId xmlns:a16="http://schemas.microsoft.com/office/drawing/2014/main" id="{4B8B0013-3785-7ABB-AC56-DCE569903CA6}"/>
            </a:ext>
          </a:extLst>
        </p:cNvPr>
        <p:cNvGrpSpPr/>
        <p:nvPr/>
      </p:nvGrpSpPr>
      <p:grpSpPr>
        <a:xfrm>
          <a:off x="0" y="0"/>
          <a:ext cx="0" cy="0"/>
          <a:chOff x="0" y="0"/>
          <a:chExt cx="0" cy="0"/>
        </a:xfrm>
      </p:grpSpPr>
      <p:sp>
        <p:nvSpPr>
          <p:cNvPr id="1257" name="Google Shape;1257;p101">
            <a:extLst>
              <a:ext uri="{FF2B5EF4-FFF2-40B4-BE49-F238E27FC236}">
                <a16:creationId xmlns:a16="http://schemas.microsoft.com/office/drawing/2014/main" id="{A70EB434-3183-DFF1-87CE-BE126D1DF78E}"/>
              </a:ext>
            </a:extLst>
          </p:cNvPr>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algn="ctr">
              <a:spcBef>
                <a:spcPts val="0"/>
              </a:spcBef>
            </a:pPr>
            <a:r>
              <a:rPr lang="en-US" sz="2800" b="1" dirty="0">
                <a:solidFill>
                  <a:srgbClr val="006600"/>
                </a:solidFill>
                <a:latin typeface="Bookman Old Style"/>
                <a:ea typeface="+mj-lt"/>
                <a:cs typeface="+mj-lt"/>
                <a:sym typeface="Times New Roman" panose="02020603050405020304"/>
              </a:rPr>
              <a:t>Module-1 Implementation</a:t>
            </a:r>
            <a:endParaRPr lang="en-US" dirty="0">
              <a:latin typeface="Bookman Old Style"/>
            </a:endParaRPr>
          </a:p>
        </p:txBody>
      </p:sp>
      <p:sp>
        <p:nvSpPr>
          <p:cNvPr id="1258" name="Google Shape;1258;p101">
            <a:extLst>
              <a:ext uri="{FF2B5EF4-FFF2-40B4-BE49-F238E27FC236}">
                <a16:creationId xmlns:a16="http://schemas.microsoft.com/office/drawing/2014/main" id="{848F3741-C725-9074-7841-33C3B37F5046}"/>
              </a:ext>
            </a:extLst>
          </p:cNvPr>
          <p:cNvSpPr txBox="1">
            <a:spLocks noGrp="1"/>
          </p:cNvSpPr>
          <p:nvPr>
            <p:ph idx="1"/>
          </p:nvPr>
        </p:nvSpPr>
        <p:spPr>
          <a:xfrm>
            <a:off x="-541854" y="684884"/>
            <a:ext cx="6617190" cy="5024741"/>
          </a:xfrm>
          <a:prstGeom prst="rect">
            <a:avLst/>
          </a:prstGeom>
          <a:noFill/>
          <a:ln>
            <a:noFill/>
          </a:ln>
        </p:spPr>
        <p:txBody>
          <a:bodyPr spcFirstLastPara="1" wrap="square" lIns="91425" tIns="45700" rIns="91425" bIns="45700" anchor="t" anchorCtr="0">
            <a:noAutofit/>
          </a:bodyPr>
          <a:lstStyle/>
          <a:p>
            <a:pPr lvl="2" indent="0" algn="ctr">
              <a:buNone/>
            </a:pPr>
            <a:r>
              <a:rPr lang="en-IN" sz="2200" b="1" kern="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Unified Data Processing Pipeline </a:t>
            </a:r>
            <a:endParaRPr lang="en-US" sz="2000" dirty="0">
              <a:latin typeface="Times New Roman"/>
              <a:ea typeface="Calibri"/>
              <a:cs typeface="Times New Roman"/>
            </a:endParaRPr>
          </a:p>
          <a:p>
            <a:pPr marL="1200150" lvl="2" indent="-342900" algn="just">
              <a:lnSpc>
                <a:spcPct val="100000"/>
              </a:lnSpc>
              <a:buFont typeface="Wingdings" panose="020B0604020202020204" pitchFamily="34" charset="0"/>
              <a:buChar char="q"/>
            </a:pPr>
            <a:r>
              <a:rPr lang="en-US" sz="2000" dirty="0">
                <a:latin typeface="Times New Roman"/>
                <a:ea typeface="Calibri"/>
                <a:cs typeface="Times New Roman"/>
              </a:rPr>
              <a:t>Environmental datasets collected from weather API.</a:t>
            </a:r>
            <a:endParaRPr lang="en-US" sz="2000" dirty="0">
              <a:latin typeface="Calibri"/>
              <a:ea typeface="Calibri"/>
              <a:cs typeface="Calibri"/>
            </a:endParaRPr>
          </a:p>
          <a:p>
            <a:pPr marL="1200150" lvl="2" indent="-342900" algn="just">
              <a:lnSpc>
                <a:spcPct val="100000"/>
              </a:lnSpc>
              <a:buFont typeface="Wingdings" panose="020B0604020202020204" pitchFamily="34" charset="0"/>
              <a:buChar char="q"/>
            </a:pPr>
            <a:r>
              <a:rPr lang="en-US" sz="2000" dirty="0">
                <a:latin typeface="Times New Roman"/>
                <a:ea typeface="Calibri"/>
                <a:cs typeface="Times New Roman"/>
              </a:rPr>
              <a:t>Raw datasets undergo data cleaning and validation to remove inconsistencies.</a:t>
            </a:r>
            <a:endParaRPr lang="en-US" sz="2000" dirty="0">
              <a:latin typeface="Calibri"/>
              <a:ea typeface="Calibri"/>
              <a:cs typeface="Calibri"/>
            </a:endParaRPr>
          </a:p>
          <a:p>
            <a:pPr marL="1200150" lvl="2" indent="-342900" algn="just">
              <a:lnSpc>
                <a:spcPct val="100000"/>
              </a:lnSpc>
              <a:buFont typeface="Wingdings" panose="020B0604020202020204" pitchFamily="34" charset="0"/>
              <a:buChar char="q"/>
            </a:pPr>
            <a:r>
              <a:rPr lang="en-US" sz="2000" dirty="0">
                <a:latin typeface="Times New Roman"/>
                <a:ea typeface="Calibri"/>
                <a:cs typeface="Times New Roman"/>
              </a:rPr>
              <a:t>Missing values and noisy data are handled using data preprocessing techniques.</a:t>
            </a:r>
            <a:endParaRPr lang="en-US" sz="2000" dirty="0">
              <a:latin typeface="Calibri"/>
              <a:ea typeface="Calibri"/>
              <a:cs typeface="Calibri"/>
            </a:endParaRPr>
          </a:p>
          <a:p>
            <a:pPr marL="1200150" lvl="2" indent="-342900" algn="just">
              <a:lnSpc>
                <a:spcPct val="100000"/>
              </a:lnSpc>
              <a:buFont typeface="Wingdings" panose="020B0604020202020204" pitchFamily="34" charset="0"/>
              <a:buChar char="q"/>
            </a:pPr>
            <a:r>
              <a:rPr lang="en-US" sz="2000" dirty="0">
                <a:latin typeface="Times New Roman"/>
                <a:ea typeface="Calibri"/>
                <a:cs typeface="Times New Roman"/>
              </a:rPr>
              <a:t>Feature engineering derives important greenhouse parameters such as:</a:t>
            </a:r>
            <a:endParaRPr lang="en-US" sz="2000" dirty="0">
              <a:latin typeface="Calibri"/>
              <a:ea typeface="Calibri"/>
              <a:cs typeface="Calibri"/>
            </a:endParaRPr>
          </a:p>
          <a:p>
            <a:pPr marL="1543050" lvl="3" indent="-342900" algn="just">
              <a:lnSpc>
                <a:spcPct val="100000"/>
              </a:lnSpc>
            </a:pPr>
            <a:r>
              <a:rPr lang="en-US" sz="2000" dirty="0">
                <a:latin typeface="Times New Roman"/>
                <a:ea typeface="Calibri"/>
                <a:cs typeface="Times New Roman"/>
              </a:rPr>
              <a:t>Indoor temperature</a:t>
            </a:r>
          </a:p>
          <a:p>
            <a:pPr marL="1543050" lvl="3" indent="-342900" algn="just">
              <a:lnSpc>
                <a:spcPct val="100000"/>
              </a:lnSpc>
            </a:pPr>
            <a:r>
              <a:rPr lang="en-US" sz="2000" dirty="0">
                <a:latin typeface="Times New Roman"/>
                <a:ea typeface="Calibri"/>
                <a:cs typeface="Times New Roman"/>
              </a:rPr>
              <a:t>Indoor humidity</a:t>
            </a:r>
          </a:p>
          <a:p>
            <a:pPr marL="1543050" lvl="3" indent="-342900" algn="just">
              <a:lnSpc>
                <a:spcPct val="100000"/>
              </a:lnSpc>
            </a:pPr>
            <a:r>
              <a:rPr lang="en-US" sz="2000" dirty="0">
                <a:latin typeface="Times New Roman"/>
                <a:ea typeface="Calibri"/>
                <a:cs typeface="Times New Roman"/>
              </a:rPr>
              <a:t>CO₂ concentration</a:t>
            </a:r>
          </a:p>
          <a:p>
            <a:pPr marL="1543050" lvl="3" indent="-342900" algn="just">
              <a:lnSpc>
                <a:spcPct val="100000"/>
              </a:lnSpc>
            </a:pPr>
            <a:r>
              <a:rPr lang="en-US" sz="2000" dirty="0">
                <a:latin typeface="Times New Roman"/>
                <a:ea typeface="Calibri"/>
                <a:cs typeface="Times New Roman"/>
              </a:rPr>
              <a:t>Vapor Pressure Deficit (VPD)</a:t>
            </a:r>
          </a:p>
          <a:p>
            <a:pPr marL="1200150" lvl="2" indent="-342900" algn="just">
              <a:lnSpc>
                <a:spcPct val="100000"/>
              </a:lnSpc>
              <a:buFont typeface="Wingdings" panose="020B0604020202020204" pitchFamily="34" charset="0"/>
              <a:buChar char="q"/>
            </a:pPr>
            <a:r>
              <a:rPr lang="en-US" sz="2000" dirty="0">
                <a:latin typeface="Times New Roman"/>
                <a:ea typeface="Calibri"/>
                <a:cs typeface="Times New Roman"/>
              </a:rPr>
              <a:t>Processed environmental data becomes standardized greenhouse dataset.</a:t>
            </a:r>
            <a:endParaRPr lang="en-US" sz="2000" dirty="0">
              <a:latin typeface="Calibri"/>
              <a:ea typeface="Calibri"/>
              <a:cs typeface="Calibri"/>
            </a:endParaRPr>
          </a:p>
          <a:p>
            <a:pPr marL="1200150" lvl="2" indent="-342900" algn="just">
              <a:lnSpc>
                <a:spcPct val="100000"/>
              </a:lnSpc>
              <a:buFont typeface="Wingdings" panose="020B0604020202020204" pitchFamily="34" charset="0"/>
              <a:buChar char="q"/>
            </a:pPr>
            <a:r>
              <a:rPr lang="en-US" sz="2000" dirty="0">
                <a:latin typeface="Times New Roman"/>
                <a:ea typeface="Calibri"/>
                <a:cs typeface="Times New Roman"/>
              </a:rPr>
              <a:t>Image datasets are processed through deep learning models for crop analysis.</a:t>
            </a:r>
            <a:endParaRPr lang="en-US" sz="2000" dirty="0">
              <a:ea typeface="Calibri"/>
              <a:cs typeface="Calibri"/>
            </a:endParaRPr>
          </a:p>
        </p:txBody>
      </p:sp>
      <p:cxnSp>
        <p:nvCxnSpPr>
          <p:cNvPr id="6" name="Google Shape;1249;p100">
            <a:extLst>
              <a:ext uri="{FF2B5EF4-FFF2-40B4-BE49-F238E27FC236}">
                <a16:creationId xmlns:a16="http://schemas.microsoft.com/office/drawing/2014/main" id="{60F2A984-3A39-10E9-47DE-0D93EDA42C05}"/>
              </a:ext>
            </a:extLst>
          </p:cNvPr>
          <p:cNvCxnSpPr/>
          <p:nvPr/>
        </p:nvCxnSpPr>
        <p:spPr>
          <a:xfrm>
            <a:off x="119922" y="562845"/>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A70933CA-4EAB-D539-B1DB-80EFB2C9B553}"/>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5" name="Slide Number Placeholder 4">
            <a:extLst>
              <a:ext uri="{FF2B5EF4-FFF2-40B4-BE49-F238E27FC236}">
                <a16:creationId xmlns:a16="http://schemas.microsoft.com/office/drawing/2014/main" id="{83FF66D8-DBC9-2C0E-C9ED-C2F1DB465B4D}"/>
              </a:ext>
            </a:extLst>
          </p:cNvPr>
          <p:cNvSpPr>
            <a:spLocks noGrp="1"/>
          </p:cNvSpPr>
          <p:nvPr>
            <p:ph type="sldNum" sz="quarter" idx="12"/>
          </p:nvPr>
        </p:nvSpPr>
        <p:spPr/>
        <p:txBody>
          <a:bodyPr/>
          <a:lstStyle/>
          <a:p>
            <a:fld id="{00000000-1234-1234-1234-123412341234}" type="slidenum">
              <a:rPr lang="en-US" smtClean="0"/>
              <a:t>12</a:t>
            </a:fld>
            <a:endParaRPr lang="en-US"/>
          </a:p>
        </p:txBody>
      </p:sp>
      <p:pic>
        <p:nvPicPr>
          <p:cNvPr id="3" name="Picture 2">
            <a:extLst>
              <a:ext uri="{FF2B5EF4-FFF2-40B4-BE49-F238E27FC236}">
                <a16:creationId xmlns:a16="http://schemas.microsoft.com/office/drawing/2014/main" id="{3F89EA0A-699F-703F-1EB3-D29EFA10ACDF}"/>
              </a:ext>
            </a:extLst>
          </p:cNvPr>
          <p:cNvPicPr>
            <a:picLocks noChangeAspect="1"/>
          </p:cNvPicPr>
          <p:nvPr/>
        </p:nvPicPr>
        <p:blipFill>
          <a:blip r:embed="rId3"/>
          <a:stretch>
            <a:fillRect/>
          </a:stretch>
        </p:blipFill>
        <p:spPr>
          <a:xfrm>
            <a:off x="6195258" y="741507"/>
            <a:ext cx="2783850" cy="5368622"/>
          </a:xfrm>
          <a:prstGeom prst="rect">
            <a:avLst/>
          </a:prstGeom>
        </p:spPr>
      </p:pic>
      <p:sp>
        <p:nvSpPr>
          <p:cNvPr id="4" name="TextBox 3">
            <a:extLst>
              <a:ext uri="{FF2B5EF4-FFF2-40B4-BE49-F238E27FC236}">
                <a16:creationId xmlns:a16="http://schemas.microsoft.com/office/drawing/2014/main" id="{63463EDB-1B99-26FB-BE6D-B151AE9CF0AF}"/>
              </a:ext>
            </a:extLst>
          </p:cNvPr>
          <p:cNvSpPr txBox="1"/>
          <p:nvPr/>
        </p:nvSpPr>
        <p:spPr>
          <a:xfrm>
            <a:off x="6342600" y="6141804"/>
            <a:ext cx="2921322"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latin typeface="Times New Roman"/>
                <a:cs typeface="Times New Roman"/>
              </a:rPr>
              <a:t>Fig. Data Processing Pipeline Architecture</a:t>
            </a:r>
            <a:endParaRPr lang="en-US" dirty="0"/>
          </a:p>
        </p:txBody>
      </p:sp>
    </p:spTree>
    <p:extLst>
      <p:ext uri="{BB962C8B-B14F-4D97-AF65-F5344CB8AC3E}">
        <p14:creationId xmlns:p14="http://schemas.microsoft.com/office/powerpoint/2010/main" val="3986159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6">
          <a:extLst>
            <a:ext uri="{FF2B5EF4-FFF2-40B4-BE49-F238E27FC236}">
              <a16:creationId xmlns:a16="http://schemas.microsoft.com/office/drawing/2014/main" id="{6CB271BE-EE9D-339E-DB9B-6A4301D18568}"/>
            </a:ext>
          </a:extLst>
        </p:cNvPr>
        <p:cNvGrpSpPr/>
        <p:nvPr/>
      </p:nvGrpSpPr>
      <p:grpSpPr>
        <a:xfrm>
          <a:off x="0" y="0"/>
          <a:ext cx="0" cy="0"/>
          <a:chOff x="0" y="0"/>
          <a:chExt cx="0" cy="0"/>
        </a:xfrm>
      </p:grpSpPr>
      <p:sp>
        <p:nvSpPr>
          <p:cNvPr id="1257" name="Google Shape;1257;p101">
            <a:extLst>
              <a:ext uri="{FF2B5EF4-FFF2-40B4-BE49-F238E27FC236}">
                <a16:creationId xmlns:a16="http://schemas.microsoft.com/office/drawing/2014/main" id="{E2FD70B8-46DD-9D17-3E0A-D46655DD623E}"/>
              </a:ext>
            </a:extLst>
          </p:cNvPr>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algn="ctr">
              <a:spcBef>
                <a:spcPts val="0"/>
              </a:spcBef>
            </a:pPr>
            <a:r>
              <a:rPr lang="en-US" sz="2800" b="1" dirty="0">
                <a:solidFill>
                  <a:srgbClr val="006600"/>
                </a:solidFill>
                <a:latin typeface="Bookman Old Style"/>
                <a:ea typeface="+mj-lt"/>
                <a:cs typeface="+mj-lt"/>
                <a:sym typeface="Times New Roman" panose="02020603050405020304"/>
              </a:rPr>
              <a:t>Module-1 Implementation (Contd..)</a:t>
            </a:r>
            <a:endParaRPr lang="en-US" b="1" dirty="0">
              <a:latin typeface="Bookman Old Style"/>
            </a:endParaRPr>
          </a:p>
        </p:txBody>
      </p:sp>
      <p:sp>
        <p:nvSpPr>
          <p:cNvPr id="1258" name="Google Shape;1258;p101">
            <a:extLst>
              <a:ext uri="{FF2B5EF4-FFF2-40B4-BE49-F238E27FC236}">
                <a16:creationId xmlns:a16="http://schemas.microsoft.com/office/drawing/2014/main" id="{3C7BE895-CA2D-19B7-B7B6-8990B8EE7638}"/>
              </a:ext>
            </a:extLst>
          </p:cNvPr>
          <p:cNvSpPr txBox="1">
            <a:spLocks noGrp="1"/>
          </p:cNvSpPr>
          <p:nvPr>
            <p:ph idx="1"/>
          </p:nvPr>
        </p:nvSpPr>
        <p:spPr>
          <a:xfrm>
            <a:off x="-254833" y="600962"/>
            <a:ext cx="6523292" cy="5504905"/>
          </a:xfrm>
          <a:prstGeom prst="rect">
            <a:avLst/>
          </a:prstGeom>
          <a:noFill/>
          <a:ln>
            <a:noFill/>
          </a:ln>
        </p:spPr>
        <p:txBody>
          <a:bodyPr spcFirstLastPara="1" wrap="square" lIns="91425" tIns="45700" rIns="91425" bIns="45700" anchor="t" anchorCtr="0">
            <a:noAutofit/>
          </a:bodyPr>
          <a:lstStyle/>
          <a:p>
            <a:pPr marL="685800" indent="0" algn="ctr">
              <a:buNone/>
            </a:pPr>
            <a:r>
              <a:rPr lang="en-IN" sz="2200" b="1" kern="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AI-Based Crop Intelligence Workflow</a:t>
            </a:r>
            <a:endParaRPr lang="en-US" sz="2200" b="1" dirty="0">
              <a:latin typeface="Times New Roman" panose="02020603050405020304" pitchFamily="18" charset="0"/>
              <a:ea typeface="+mn-lt"/>
              <a:cs typeface="Times New Roman" panose="02020603050405020304" pitchFamily="18" charset="0"/>
            </a:endParaRPr>
          </a:p>
          <a:p>
            <a:pPr marL="1028700" indent="-342900">
              <a:buFont typeface="Wingdings" panose="020B0604020202020204" pitchFamily="34" charset="0"/>
              <a:buChar char="q"/>
            </a:pPr>
            <a:r>
              <a:rPr lang="en-US" sz="2000" dirty="0">
                <a:latin typeface="Times New Roman"/>
                <a:ea typeface="+mn-lt"/>
                <a:cs typeface="Times New Roman"/>
              </a:rPr>
              <a:t>Plant image datasets are used as input for crop analysis.</a:t>
            </a:r>
          </a:p>
          <a:p>
            <a:pPr marL="1028700" indent="-342900">
              <a:buFont typeface="Wingdings" panose="020B0604020202020204" pitchFamily="34" charset="0"/>
              <a:buChar char="q"/>
            </a:pPr>
            <a:r>
              <a:rPr lang="en-US" sz="2000" dirty="0">
                <a:latin typeface="Times New Roman"/>
                <a:ea typeface="+mn-lt"/>
                <a:cs typeface="Times New Roman"/>
              </a:rPr>
              <a:t>Images are first processed through image preprocessing and augmentation.</a:t>
            </a:r>
            <a:endParaRPr lang="en-US" dirty="0">
              <a:latin typeface="Times New Roman"/>
              <a:ea typeface="+mn-lt"/>
              <a:cs typeface="Times New Roman"/>
            </a:endParaRPr>
          </a:p>
          <a:p>
            <a:pPr marL="1028700" indent="-342900">
              <a:buFont typeface="Wingdings" panose="020B0604020202020204" pitchFamily="34" charset="0"/>
              <a:buChar char="q"/>
            </a:pPr>
            <a:r>
              <a:rPr lang="en-US" sz="2000" dirty="0">
                <a:latin typeface="Times New Roman"/>
                <a:ea typeface="+mn-lt"/>
                <a:cs typeface="Times New Roman"/>
              </a:rPr>
              <a:t>Augmentation techniques include rotation, flipping, zooming, and brightness adjustment.</a:t>
            </a:r>
          </a:p>
          <a:p>
            <a:pPr marL="1028700" indent="-342900">
              <a:buFont typeface="Wingdings" panose="020B0604020202020204" pitchFamily="34" charset="0"/>
              <a:buChar char="q"/>
            </a:pPr>
            <a:r>
              <a:rPr lang="en-US" sz="2000" dirty="0">
                <a:latin typeface="Times New Roman"/>
                <a:ea typeface="+mn-lt"/>
                <a:cs typeface="Times New Roman"/>
              </a:rPr>
              <a:t>A CNN-based feature extraction process identifies important visual patterns in plant images.</a:t>
            </a:r>
            <a:endParaRPr lang="en-US" dirty="0">
              <a:latin typeface="Times New Roman"/>
              <a:ea typeface="+mn-lt"/>
              <a:cs typeface="Times New Roman"/>
            </a:endParaRPr>
          </a:p>
          <a:p>
            <a:pPr marL="1028700" indent="-342900">
              <a:buFont typeface="Wingdings" panose="020B0604020202020204" pitchFamily="34" charset="0"/>
              <a:buChar char="q"/>
            </a:pPr>
            <a:r>
              <a:rPr lang="en-US" sz="2000" dirty="0">
                <a:latin typeface="Times New Roman"/>
                <a:ea typeface="+mn-lt"/>
                <a:cs typeface="Times New Roman"/>
              </a:rPr>
              <a:t>The extracted features are passed to the </a:t>
            </a:r>
            <a:r>
              <a:rPr lang="en-US" sz="2000" dirty="0" err="1">
                <a:latin typeface="Times New Roman"/>
                <a:ea typeface="+mn-lt"/>
                <a:cs typeface="Times New Roman"/>
              </a:rPr>
              <a:t>EfficientNet</a:t>
            </a:r>
            <a:r>
              <a:rPr lang="en-US" sz="2000" dirty="0">
                <a:latin typeface="Times New Roman"/>
                <a:ea typeface="+mn-lt"/>
                <a:cs typeface="Times New Roman"/>
              </a:rPr>
              <a:t> deep learning model.</a:t>
            </a:r>
          </a:p>
          <a:p>
            <a:pPr marL="1028700" indent="-342900">
              <a:buFont typeface="Wingdings" panose="020B0604020202020204" pitchFamily="34" charset="0"/>
              <a:buChar char="q"/>
            </a:pPr>
            <a:r>
              <a:rPr lang="en-US" sz="2000" dirty="0">
                <a:latin typeface="Times New Roman"/>
                <a:ea typeface="+mn-lt"/>
                <a:cs typeface="Times New Roman"/>
              </a:rPr>
              <a:t>The model performs two classification tasks:</a:t>
            </a:r>
            <a:endParaRPr lang="en-US" dirty="0">
              <a:latin typeface="Times New Roman"/>
              <a:ea typeface="+mn-lt"/>
              <a:cs typeface="Times New Roman"/>
            </a:endParaRPr>
          </a:p>
          <a:p>
            <a:pPr marL="1371600" lvl="1" indent="-342900"/>
            <a:r>
              <a:rPr lang="en-US" sz="1700" dirty="0">
                <a:latin typeface="Times New Roman"/>
                <a:ea typeface="+mn-lt"/>
                <a:cs typeface="Times New Roman"/>
              </a:rPr>
              <a:t>Plant disease detection</a:t>
            </a:r>
            <a:endParaRPr lang="en-US" dirty="0">
              <a:latin typeface="Times New Roman"/>
              <a:ea typeface="+mn-lt"/>
              <a:cs typeface="Times New Roman"/>
            </a:endParaRPr>
          </a:p>
          <a:p>
            <a:pPr marL="1371600" lvl="1" indent="-342900"/>
            <a:r>
              <a:rPr lang="en-US" sz="1700" dirty="0">
                <a:latin typeface="Times New Roman"/>
                <a:ea typeface="+mn-lt"/>
                <a:cs typeface="Times New Roman"/>
              </a:rPr>
              <a:t>Crop growth stage classification</a:t>
            </a:r>
            <a:endParaRPr lang="en-US" dirty="0">
              <a:latin typeface="Times New Roman"/>
              <a:ea typeface="+mn-lt"/>
              <a:cs typeface="Times New Roman"/>
            </a:endParaRPr>
          </a:p>
          <a:p>
            <a:pPr marL="1028700" indent="-342900">
              <a:buFont typeface="Wingdings" panose="020B0604020202020204" pitchFamily="34" charset="0"/>
              <a:buChar char="q"/>
            </a:pPr>
            <a:r>
              <a:rPr lang="en-US" sz="2000" dirty="0">
                <a:latin typeface="Times New Roman"/>
                <a:ea typeface="+mn-lt"/>
                <a:cs typeface="Times New Roman"/>
              </a:rPr>
              <a:t>The system generates outputs including:</a:t>
            </a:r>
            <a:endParaRPr lang="en-US" dirty="0">
              <a:latin typeface="Times New Roman"/>
              <a:ea typeface="+mn-lt"/>
              <a:cs typeface="Times New Roman"/>
            </a:endParaRPr>
          </a:p>
          <a:p>
            <a:pPr marL="1371600" lvl="1" indent="-342900"/>
            <a:r>
              <a:rPr lang="en-US" sz="1700" dirty="0">
                <a:latin typeface="Times New Roman"/>
                <a:ea typeface="+mn-lt"/>
                <a:cs typeface="Times New Roman"/>
              </a:rPr>
              <a:t>Disease prediction label</a:t>
            </a:r>
          </a:p>
          <a:p>
            <a:pPr marL="1371600" lvl="1" indent="-342900"/>
            <a:r>
              <a:rPr lang="en-US" sz="1700" dirty="0">
                <a:latin typeface="Times New Roman"/>
                <a:ea typeface="+mn-lt"/>
                <a:cs typeface="Times New Roman"/>
              </a:rPr>
              <a:t>Growth stage prediction</a:t>
            </a:r>
          </a:p>
          <a:p>
            <a:pPr marL="1371600" lvl="1" indent="-342900"/>
            <a:r>
              <a:rPr lang="en-US" sz="1700" dirty="0">
                <a:latin typeface="Times New Roman"/>
                <a:ea typeface="+mn-lt"/>
                <a:cs typeface="Times New Roman"/>
              </a:rPr>
              <a:t>Confidence scores for predictions</a:t>
            </a:r>
            <a:endParaRPr lang="en-US" dirty="0">
              <a:latin typeface="Times New Roman"/>
              <a:ea typeface="+mn-lt"/>
              <a:cs typeface="Times New Roman"/>
            </a:endParaRPr>
          </a:p>
          <a:p>
            <a:pPr marL="1200150" lvl="2" indent="-342900">
              <a:buFont typeface="Wingdings" panose="020B0604020202020204" pitchFamily="34" charset="0"/>
              <a:buChar char="q"/>
            </a:pPr>
            <a:endParaRPr lang="en-US" sz="2000" dirty="0">
              <a:latin typeface="Times New Roman"/>
              <a:ea typeface="Calibri"/>
              <a:cs typeface="Times New Roman"/>
            </a:endParaRPr>
          </a:p>
        </p:txBody>
      </p:sp>
      <p:cxnSp>
        <p:nvCxnSpPr>
          <p:cNvPr id="6" name="Google Shape;1249;p100">
            <a:extLst>
              <a:ext uri="{FF2B5EF4-FFF2-40B4-BE49-F238E27FC236}">
                <a16:creationId xmlns:a16="http://schemas.microsoft.com/office/drawing/2014/main" id="{CBAB6646-DF40-A21C-66DB-29B429C96BBC}"/>
              </a:ext>
            </a:extLst>
          </p:cNvPr>
          <p:cNvCxnSpPr/>
          <p:nvPr/>
        </p:nvCxnSpPr>
        <p:spPr>
          <a:xfrm>
            <a:off x="0" y="694840"/>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4BAF0CF7-108C-7A02-8B62-D9559874CB2D}"/>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5" name="Slide Number Placeholder 4">
            <a:extLst>
              <a:ext uri="{FF2B5EF4-FFF2-40B4-BE49-F238E27FC236}">
                <a16:creationId xmlns:a16="http://schemas.microsoft.com/office/drawing/2014/main" id="{F5876A0F-4538-EAB2-4974-836A541DC889}"/>
              </a:ext>
            </a:extLst>
          </p:cNvPr>
          <p:cNvSpPr>
            <a:spLocks noGrp="1"/>
          </p:cNvSpPr>
          <p:nvPr>
            <p:ph type="sldNum" sz="quarter" idx="12"/>
          </p:nvPr>
        </p:nvSpPr>
        <p:spPr/>
        <p:txBody>
          <a:bodyPr/>
          <a:lstStyle/>
          <a:p>
            <a:fld id="{00000000-1234-1234-1234-123412341234}" type="slidenum">
              <a:rPr lang="en-US" smtClean="0"/>
              <a:t>13</a:t>
            </a:fld>
            <a:endParaRPr lang="en-US"/>
          </a:p>
        </p:txBody>
      </p:sp>
      <p:sp>
        <p:nvSpPr>
          <p:cNvPr id="4" name="TextBox 3">
            <a:extLst>
              <a:ext uri="{FF2B5EF4-FFF2-40B4-BE49-F238E27FC236}">
                <a16:creationId xmlns:a16="http://schemas.microsoft.com/office/drawing/2014/main" id="{F4239F72-1BBD-D3FA-A0CD-3D48643CBA81}"/>
              </a:ext>
            </a:extLst>
          </p:cNvPr>
          <p:cNvSpPr txBox="1"/>
          <p:nvPr/>
        </p:nvSpPr>
        <p:spPr>
          <a:xfrm>
            <a:off x="5325499" y="6263538"/>
            <a:ext cx="404866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latin typeface="Times New Roman"/>
                <a:cs typeface="Times New Roman"/>
              </a:rPr>
              <a:t>Fig. Growth Stage Classification and Disease Detection Workflow</a:t>
            </a:r>
            <a:endParaRPr lang="en-US" dirty="0"/>
          </a:p>
          <a:p>
            <a:endParaRPr lang="en-US" sz="1000" dirty="0">
              <a:latin typeface="Times New Roman"/>
              <a:cs typeface="Times New Roman"/>
            </a:endParaRPr>
          </a:p>
        </p:txBody>
      </p:sp>
      <p:pic>
        <p:nvPicPr>
          <p:cNvPr id="7" name="Picture 6">
            <a:extLst>
              <a:ext uri="{FF2B5EF4-FFF2-40B4-BE49-F238E27FC236}">
                <a16:creationId xmlns:a16="http://schemas.microsoft.com/office/drawing/2014/main" id="{28BCAA05-7304-2B5C-9A8B-21BA3928819D}"/>
              </a:ext>
            </a:extLst>
          </p:cNvPr>
          <p:cNvPicPr>
            <a:picLocks noChangeAspect="1"/>
          </p:cNvPicPr>
          <p:nvPr/>
        </p:nvPicPr>
        <p:blipFill>
          <a:blip r:embed="rId3"/>
          <a:stretch>
            <a:fillRect/>
          </a:stretch>
        </p:blipFill>
        <p:spPr>
          <a:xfrm>
            <a:off x="5095362" y="772437"/>
            <a:ext cx="4047194" cy="5486337"/>
          </a:xfrm>
          <a:prstGeom prst="rect">
            <a:avLst/>
          </a:prstGeom>
        </p:spPr>
      </p:pic>
    </p:spTree>
    <p:extLst>
      <p:ext uri="{BB962C8B-B14F-4D97-AF65-F5344CB8AC3E}">
        <p14:creationId xmlns:p14="http://schemas.microsoft.com/office/powerpoint/2010/main" val="40271407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427972" y="1"/>
            <a:ext cx="10041698" cy="681226"/>
          </a:xfrm>
          <a:prstGeom prst="rect">
            <a:avLst/>
          </a:prstGeom>
          <a:noFill/>
          <a:ln>
            <a:noFill/>
          </a:ln>
        </p:spPr>
        <p:txBody>
          <a:bodyPr spcFirstLastPara="1" wrap="square" lIns="91425" tIns="45700" rIns="91425" bIns="45700" anchor="ctr" anchorCtr="0">
            <a:noAutofit/>
          </a:bodyPr>
          <a:lstStyle/>
          <a:p>
            <a:pPr algn="ctr">
              <a:spcBef>
                <a:spcPts val="0"/>
              </a:spcBef>
            </a:pPr>
            <a:r>
              <a:rPr lang="en-US" sz="2700" b="1" dirty="0">
                <a:solidFill>
                  <a:srgbClr val="006600"/>
                </a:solidFill>
                <a:latin typeface="Bookman Old Style"/>
                <a:ea typeface="+mj-lt"/>
                <a:cs typeface="+mj-lt"/>
                <a:sym typeface="Times New Roman" panose="02020603050405020304"/>
              </a:rPr>
              <a:t>Demonstration</a:t>
            </a:r>
            <a:endParaRPr lang="en-US" sz="2700" b="1" dirty="0">
              <a:latin typeface="Bookman Old Style"/>
            </a:endParaRPr>
          </a:p>
        </p:txBody>
      </p:sp>
      <p:sp>
        <p:nvSpPr>
          <p:cNvPr id="1258" name="Google Shape;1258;p101"/>
          <p:cNvSpPr txBox="1">
            <a:spLocks noGrp="1"/>
          </p:cNvSpPr>
          <p:nvPr>
            <p:ph idx="1"/>
          </p:nvPr>
        </p:nvSpPr>
        <p:spPr>
          <a:xfrm>
            <a:off x="56889" y="720618"/>
            <a:ext cx="9030222" cy="2219989"/>
          </a:xfrm>
          <a:prstGeom prst="rect">
            <a:avLst/>
          </a:prstGeom>
          <a:noFill/>
          <a:ln>
            <a:noFill/>
          </a:ln>
        </p:spPr>
        <p:txBody>
          <a:bodyPr spcFirstLastPara="1" wrap="square" lIns="91425" tIns="45700" rIns="91425" bIns="45700" anchor="t" anchorCtr="0">
            <a:noAutofit/>
          </a:bodyPr>
          <a:lstStyle/>
          <a:p>
            <a:pPr marL="0" indent="0" algn="ctr">
              <a:buNone/>
            </a:pPr>
            <a:r>
              <a:rPr lang="en-US" sz="2200" b="1" dirty="0">
                <a:latin typeface="Times New Roman" panose="02020603050405020304" pitchFamily="18" charset="0"/>
                <a:ea typeface="+mj-lt"/>
                <a:cs typeface="Times New Roman" panose="02020603050405020304" pitchFamily="18" charset="0"/>
                <a:sym typeface="Times New Roman" panose="02020603050405020304"/>
              </a:rPr>
              <a:t>Environmental Dataset Processing</a:t>
            </a:r>
            <a:endParaRPr lang="en-US" sz="2200" b="1" dirty="0">
              <a:latin typeface="Times New Roman" panose="02020603050405020304" pitchFamily="18" charset="0"/>
              <a:ea typeface="+mn-lt"/>
              <a:cs typeface="Times New Roman" panose="02020603050405020304" pitchFamily="18" charset="0"/>
              <a:sym typeface="Times New Roman" panose="02020603050405020304"/>
            </a:endParaRPr>
          </a:p>
          <a:p>
            <a:pPr algn="just">
              <a:buFont typeface="Wingdings" panose="020B0604020202020204" pitchFamily="34" charset="0"/>
              <a:buChar char="q"/>
            </a:pPr>
            <a:r>
              <a:rPr lang="en-US" sz="2000" dirty="0">
                <a:latin typeface="Times New Roman"/>
                <a:ea typeface="+mn-lt"/>
                <a:cs typeface="Times New Roman"/>
                <a:sym typeface="Times New Roman" panose="02020603050405020304"/>
              </a:rPr>
              <a:t> Environmental</a:t>
            </a:r>
            <a:r>
              <a:rPr lang="en-US" sz="2000" dirty="0">
                <a:latin typeface="Times New Roman"/>
                <a:ea typeface="+mn-lt"/>
                <a:cs typeface="Times New Roman"/>
              </a:rPr>
              <a:t> data collected from the </a:t>
            </a:r>
            <a:r>
              <a:rPr lang="en-US" sz="2000" dirty="0" err="1">
                <a:latin typeface="Times New Roman"/>
                <a:ea typeface="+mn-lt"/>
                <a:cs typeface="Times New Roman"/>
              </a:rPr>
              <a:t>Dindigul</a:t>
            </a:r>
            <a:r>
              <a:rPr lang="en-US" sz="2000" dirty="0">
                <a:latin typeface="Times New Roman"/>
                <a:ea typeface="+mn-lt"/>
                <a:cs typeface="Times New Roman"/>
              </a:rPr>
              <a:t> weather dataset is used as the initial input for the system.</a:t>
            </a:r>
            <a:endParaRPr lang="en-US" sz="2000" dirty="0">
              <a:latin typeface="Calibri"/>
              <a:ea typeface="+mn-lt"/>
              <a:cs typeface="Calibri"/>
            </a:endParaRPr>
          </a:p>
          <a:p>
            <a:pPr algn="just">
              <a:buFont typeface="Wingdings" panose="020B0604020202020204" pitchFamily="34" charset="0"/>
              <a:buChar char="q"/>
            </a:pPr>
            <a:r>
              <a:rPr lang="en-US" sz="2000" dirty="0">
                <a:latin typeface="Times New Roman"/>
                <a:ea typeface="+mn-lt"/>
                <a:cs typeface="Times New Roman"/>
              </a:rPr>
              <a:t> The dataset includes parameters such as temperature, humidity, wind speed, and solar radiation.</a:t>
            </a:r>
            <a:endParaRPr lang="en-US" sz="2000" dirty="0">
              <a:latin typeface="Calibri"/>
              <a:ea typeface="+mn-lt"/>
              <a:cs typeface="Calibri"/>
            </a:endParaRPr>
          </a:p>
          <a:p>
            <a:pPr algn="just">
              <a:buFont typeface="Wingdings" panose="020B0604020202020204" pitchFamily="34" charset="0"/>
              <a:buChar char="q"/>
            </a:pPr>
            <a:r>
              <a:rPr lang="en-US" sz="2000" dirty="0">
                <a:latin typeface="Times New Roman"/>
                <a:ea typeface="+mn-lt"/>
                <a:cs typeface="Times New Roman"/>
              </a:rPr>
              <a:t> These environmental variables are processed through the data processing pipeline to generate standardized greenhouse environmental parameters.</a:t>
            </a:r>
            <a:endParaRPr lang="en-US" sz="2000" dirty="0">
              <a:ea typeface="Calibri"/>
              <a:cs typeface="Calibri"/>
            </a:endParaRPr>
          </a:p>
          <a:p>
            <a:pPr lvl="0" algn="just">
              <a:spcAft>
                <a:spcPts val="0"/>
              </a:spcAft>
              <a:buFont typeface="Wingdings" panose="020B0604020202020204" pitchFamily="34" charset="0"/>
              <a:buChar char="q"/>
            </a:pPr>
            <a:endParaRPr lang="en-US" sz="1700" dirty="0">
              <a:latin typeface="Times New Roman"/>
              <a:ea typeface="Calibri"/>
              <a:cs typeface="Times New Roman" panose="02020603050405020304" pitchFamily="18" charset="0"/>
            </a:endParaRPr>
          </a:p>
        </p:txBody>
      </p:sp>
      <p:cxnSp>
        <p:nvCxnSpPr>
          <p:cNvPr id="6" name="Google Shape;1249;p100"/>
          <p:cNvCxnSpPr/>
          <p:nvPr/>
        </p:nvCxnSpPr>
        <p:spPr>
          <a:xfrm>
            <a:off x="0" y="675647"/>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A56B0C5-58E0-9753-7EDD-007A20B9BC8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603369A5-7543-1FDC-5068-7D886CD63DF3}"/>
              </a:ext>
            </a:extLst>
          </p:cNvPr>
          <p:cNvSpPr>
            <a:spLocks noGrp="1"/>
          </p:cNvSpPr>
          <p:nvPr>
            <p:ph type="sldNum" sz="quarter" idx="12"/>
          </p:nvPr>
        </p:nvSpPr>
        <p:spPr/>
        <p:txBody>
          <a:bodyPr/>
          <a:lstStyle/>
          <a:p>
            <a:fld id="{00000000-1234-1234-1234-123412341234}" type="slidenum">
              <a:rPr lang="en-US" smtClean="0"/>
              <a:t>14</a:t>
            </a:fld>
            <a:endParaRPr lang="en-US"/>
          </a:p>
        </p:txBody>
      </p:sp>
      <p:sp>
        <p:nvSpPr>
          <p:cNvPr id="7" name="TextBox 6">
            <a:extLst>
              <a:ext uri="{FF2B5EF4-FFF2-40B4-BE49-F238E27FC236}">
                <a16:creationId xmlns:a16="http://schemas.microsoft.com/office/drawing/2014/main" id="{1C097006-81D1-724E-825E-8A46C0FEEE6A}"/>
              </a:ext>
            </a:extLst>
          </p:cNvPr>
          <p:cNvSpPr txBox="1"/>
          <p:nvPr/>
        </p:nvSpPr>
        <p:spPr>
          <a:xfrm>
            <a:off x="2134190" y="6470899"/>
            <a:ext cx="491737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latin typeface="Times New Roman"/>
                <a:cs typeface="Times New Roman"/>
              </a:rPr>
              <a:t>Fig. Extract of the </a:t>
            </a:r>
            <a:r>
              <a:rPr lang="en-US" sz="1000" dirty="0" err="1">
                <a:latin typeface="Times New Roman"/>
                <a:cs typeface="Times New Roman"/>
              </a:rPr>
              <a:t>Dindigul</a:t>
            </a:r>
            <a:r>
              <a:rPr lang="en-US" sz="1000" dirty="0">
                <a:latin typeface="Times New Roman"/>
                <a:cs typeface="Times New Roman"/>
              </a:rPr>
              <a:t> Weather Dataset</a:t>
            </a:r>
            <a:endParaRPr lang="en-US" dirty="0"/>
          </a:p>
        </p:txBody>
      </p:sp>
      <p:pic>
        <p:nvPicPr>
          <p:cNvPr id="8" name="Picture 7">
            <a:extLst>
              <a:ext uri="{FF2B5EF4-FFF2-40B4-BE49-F238E27FC236}">
                <a16:creationId xmlns:a16="http://schemas.microsoft.com/office/drawing/2014/main" id="{BFB264E0-7D62-6432-AFBA-57EC41A68F65}"/>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Lst>
          </a:blip>
          <a:srcRect t="3310" b="1422"/>
          <a:stretch/>
        </p:blipFill>
        <p:spPr>
          <a:xfrm>
            <a:off x="759651" y="3169703"/>
            <a:ext cx="7755699" cy="32968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56">
          <a:extLst>
            <a:ext uri="{FF2B5EF4-FFF2-40B4-BE49-F238E27FC236}">
              <a16:creationId xmlns:a16="http://schemas.microsoft.com/office/drawing/2014/main" id="{209B9B46-E581-C303-32F8-7128136765A5}"/>
            </a:ext>
          </a:extLst>
        </p:cNvPr>
        <p:cNvGrpSpPr/>
        <p:nvPr/>
      </p:nvGrpSpPr>
      <p:grpSpPr>
        <a:xfrm>
          <a:off x="0" y="0"/>
          <a:ext cx="0" cy="0"/>
          <a:chOff x="0" y="0"/>
          <a:chExt cx="0" cy="0"/>
        </a:xfrm>
      </p:grpSpPr>
      <p:sp>
        <p:nvSpPr>
          <p:cNvPr id="1257" name="Google Shape;1257;p101">
            <a:extLst>
              <a:ext uri="{FF2B5EF4-FFF2-40B4-BE49-F238E27FC236}">
                <a16:creationId xmlns:a16="http://schemas.microsoft.com/office/drawing/2014/main" id="{034138D4-A38D-086E-367B-46A71575CC88}"/>
              </a:ext>
            </a:extLst>
          </p:cNvPr>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algn="ctr">
              <a:spcBef>
                <a:spcPts val="0"/>
              </a:spcBef>
            </a:pPr>
            <a:r>
              <a:rPr lang="en-US" sz="2800" b="1" dirty="0">
                <a:solidFill>
                  <a:srgbClr val="006600"/>
                </a:solidFill>
                <a:latin typeface="Bookman Old Style"/>
                <a:ea typeface="+mj-lt"/>
                <a:cs typeface="+mj-lt"/>
                <a:sym typeface="Times New Roman" panose="02020603050405020304"/>
              </a:rPr>
              <a:t>Demonstration (Contd..)</a:t>
            </a:r>
            <a:endParaRPr lang="en-US" dirty="0">
              <a:latin typeface="Bookman Old Style"/>
            </a:endParaRPr>
          </a:p>
        </p:txBody>
      </p:sp>
      <p:sp>
        <p:nvSpPr>
          <p:cNvPr id="1258" name="Google Shape;1258;p101">
            <a:extLst>
              <a:ext uri="{FF2B5EF4-FFF2-40B4-BE49-F238E27FC236}">
                <a16:creationId xmlns:a16="http://schemas.microsoft.com/office/drawing/2014/main" id="{5F8238FC-FDD5-3A99-73B4-ABFDBA8D2CB2}"/>
              </a:ext>
            </a:extLst>
          </p:cNvPr>
          <p:cNvSpPr txBox="1">
            <a:spLocks noGrp="1"/>
          </p:cNvSpPr>
          <p:nvPr>
            <p:ph idx="1"/>
          </p:nvPr>
        </p:nvSpPr>
        <p:spPr>
          <a:xfrm>
            <a:off x="114300" y="730189"/>
            <a:ext cx="8696195" cy="1908054"/>
          </a:xfrm>
          <a:prstGeom prst="rect">
            <a:avLst/>
          </a:prstGeom>
          <a:noFill/>
          <a:ln>
            <a:noFill/>
          </a:ln>
        </p:spPr>
        <p:txBody>
          <a:bodyPr spcFirstLastPara="1" wrap="square" lIns="91425" tIns="45700" rIns="91425" bIns="45700" anchor="t" anchorCtr="0">
            <a:noAutofit/>
          </a:bodyPr>
          <a:lstStyle/>
          <a:p>
            <a:pPr marL="0" indent="0" algn="ctr">
              <a:buNone/>
            </a:pPr>
            <a:r>
              <a:rPr lang="en-US" sz="2000" dirty="0">
                <a:latin typeface="Times New Roman"/>
                <a:ea typeface="+mn-lt"/>
                <a:cs typeface="Times New Roman"/>
                <a:sym typeface="Times New Roman" panose="02020603050405020304"/>
              </a:rPr>
              <a:t> </a:t>
            </a:r>
            <a:r>
              <a:rPr lang="en-US" sz="2200" b="1" dirty="0">
                <a:latin typeface="Times New Roman" panose="02020603050405020304" pitchFamily="18" charset="0"/>
                <a:ea typeface="+mj-lt"/>
                <a:cs typeface="Times New Roman" panose="02020603050405020304" pitchFamily="18" charset="0"/>
                <a:sym typeface="Times New Roman" panose="02020603050405020304"/>
              </a:rPr>
              <a:t>Plant Disease Dataset</a:t>
            </a:r>
            <a:endParaRPr lang="en-US" sz="2200" b="1" dirty="0">
              <a:latin typeface="Times New Roman" panose="02020603050405020304" pitchFamily="18" charset="0"/>
              <a:ea typeface="+mn-lt"/>
              <a:cs typeface="Times New Roman" panose="02020603050405020304" pitchFamily="18" charset="0"/>
              <a:sym typeface="Times New Roman" panose="02020603050405020304"/>
            </a:endParaRPr>
          </a:p>
          <a:p>
            <a:pPr algn="just">
              <a:buFont typeface="Wingdings" panose="020B0604020202020204" pitchFamily="34" charset="0"/>
              <a:buChar char="q"/>
            </a:pPr>
            <a:r>
              <a:rPr lang="en-US" sz="2000" dirty="0">
                <a:latin typeface="Times New Roman"/>
                <a:ea typeface="+mn-lt"/>
                <a:cs typeface="Times New Roman"/>
                <a:sym typeface="Times New Roman" panose="02020603050405020304"/>
              </a:rPr>
              <a:t> Tomato</a:t>
            </a:r>
            <a:r>
              <a:rPr lang="en-US" sz="2000" dirty="0">
                <a:latin typeface="Times New Roman"/>
                <a:ea typeface="+mn-lt"/>
                <a:cs typeface="Times New Roman"/>
              </a:rPr>
              <a:t> leaf images are used to train the plant disease detection model.</a:t>
            </a:r>
            <a:endParaRPr lang="en-US" dirty="0"/>
          </a:p>
          <a:p>
            <a:pPr algn="just">
              <a:buFont typeface="Wingdings" panose="020B0604020202020204" pitchFamily="34" charset="0"/>
              <a:buChar char="q"/>
            </a:pPr>
            <a:r>
              <a:rPr lang="en-US" sz="2000" dirty="0">
                <a:latin typeface="Times New Roman"/>
                <a:ea typeface="+mn-lt"/>
                <a:cs typeface="Times New Roman"/>
              </a:rPr>
              <a:t> The dataset contains samples representing healthy leaves and different tomato leaf diseases.</a:t>
            </a:r>
          </a:p>
          <a:p>
            <a:pPr algn="just">
              <a:buFont typeface="Wingdings" panose="020B0604020202020204" pitchFamily="34" charset="0"/>
              <a:buChar char="q"/>
            </a:pPr>
            <a:r>
              <a:rPr lang="en-US" sz="2000" dirty="0">
                <a:latin typeface="Times New Roman"/>
                <a:ea typeface="+mn-lt"/>
                <a:cs typeface="Times New Roman"/>
              </a:rPr>
              <a:t> The deep learning model learns visual disease patterns for accurate disease classification.</a:t>
            </a:r>
            <a:endParaRPr lang="en-US" dirty="0"/>
          </a:p>
          <a:p>
            <a:pPr marL="0" lvl="0" indent="0" algn="just">
              <a:spcAft>
                <a:spcPts val="0"/>
              </a:spcAft>
              <a:buNone/>
            </a:pPr>
            <a:endParaRPr lang="en-US" sz="1700" dirty="0">
              <a:latin typeface="Times New Roman"/>
              <a:ea typeface="Calibri"/>
              <a:cs typeface="Times New Roman" panose="02020603050405020304" pitchFamily="18" charset="0"/>
            </a:endParaRPr>
          </a:p>
        </p:txBody>
      </p:sp>
      <p:cxnSp>
        <p:nvCxnSpPr>
          <p:cNvPr id="6" name="Google Shape;1249;p100">
            <a:extLst>
              <a:ext uri="{FF2B5EF4-FFF2-40B4-BE49-F238E27FC236}">
                <a16:creationId xmlns:a16="http://schemas.microsoft.com/office/drawing/2014/main" id="{B28D650E-0450-F898-2ECE-920FA98B989C}"/>
              </a:ext>
            </a:extLst>
          </p:cNvPr>
          <p:cNvCxnSpPr/>
          <p:nvPr/>
        </p:nvCxnSpPr>
        <p:spPr>
          <a:xfrm>
            <a:off x="0" y="675647"/>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479FA22A-9419-A8AB-C8C8-5E6C0A0DCE29}"/>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3DCCA50F-0C09-3264-B6C0-D7F9158258FC}"/>
              </a:ext>
            </a:extLst>
          </p:cNvPr>
          <p:cNvSpPr>
            <a:spLocks noGrp="1"/>
          </p:cNvSpPr>
          <p:nvPr>
            <p:ph type="sldNum" sz="quarter" idx="12"/>
          </p:nvPr>
        </p:nvSpPr>
        <p:spPr/>
        <p:txBody>
          <a:bodyPr/>
          <a:lstStyle/>
          <a:p>
            <a:fld id="{00000000-1234-1234-1234-123412341234}" type="slidenum">
              <a:rPr lang="en-US" smtClean="0"/>
              <a:t>15</a:t>
            </a:fld>
            <a:endParaRPr lang="en-US"/>
          </a:p>
        </p:txBody>
      </p:sp>
      <p:sp>
        <p:nvSpPr>
          <p:cNvPr id="7" name="TextBox 6">
            <a:extLst>
              <a:ext uri="{FF2B5EF4-FFF2-40B4-BE49-F238E27FC236}">
                <a16:creationId xmlns:a16="http://schemas.microsoft.com/office/drawing/2014/main" id="{490D2982-5C89-BAA1-496D-9BC10DF92318}"/>
              </a:ext>
            </a:extLst>
          </p:cNvPr>
          <p:cNvSpPr txBox="1"/>
          <p:nvPr/>
        </p:nvSpPr>
        <p:spPr>
          <a:xfrm>
            <a:off x="1816764" y="6538913"/>
            <a:ext cx="491737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latin typeface="Times New Roman"/>
                <a:cs typeface="Times New Roman"/>
              </a:rPr>
              <a:t>Fig. Tomato Leaf Disease Classification Dataset Samples</a:t>
            </a:r>
            <a:endParaRPr lang="en-US" dirty="0"/>
          </a:p>
        </p:txBody>
      </p:sp>
      <p:pic>
        <p:nvPicPr>
          <p:cNvPr id="5" name="Picture 4" descr="A collage of different types of leaves&#10;&#10;AI-generated content may be incorrect.">
            <a:extLst>
              <a:ext uri="{FF2B5EF4-FFF2-40B4-BE49-F238E27FC236}">
                <a16:creationId xmlns:a16="http://schemas.microsoft.com/office/drawing/2014/main" id="{26577859-9715-E508-1727-90EAC9F6C02F}"/>
              </a:ext>
            </a:extLst>
          </p:cNvPr>
          <p:cNvPicPr>
            <a:picLocks noChangeAspect="1"/>
          </p:cNvPicPr>
          <p:nvPr/>
        </p:nvPicPr>
        <p:blipFill>
          <a:blip r:embed="rId3"/>
          <a:stretch>
            <a:fillRect/>
          </a:stretch>
        </p:blipFill>
        <p:spPr>
          <a:xfrm>
            <a:off x="1127569" y="2894897"/>
            <a:ext cx="6888862" cy="3580358"/>
          </a:xfrm>
          <a:prstGeom prst="rect">
            <a:avLst/>
          </a:prstGeom>
        </p:spPr>
      </p:pic>
    </p:spTree>
    <p:extLst>
      <p:ext uri="{BB962C8B-B14F-4D97-AF65-F5344CB8AC3E}">
        <p14:creationId xmlns:p14="http://schemas.microsoft.com/office/powerpoint/2010/main" val="42039452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56">
          <a:extLst>
            <a:ext uri="{FF2B5EF4-FFF2-40B4-BE49-F238E27FC236}">
              <a16:creationId xmlns:a16="http://schemas.microsoft.com/office/drawing/2014/main" id="{78799799-BB56-A1CA-EEF9-AAA0D6A79E31}"/>
            </a:ext>
          </a:extLst>
        </p:cNvPr>
        <p:cNvGrpSpPr/>
        <p:nvPr/>
      </p:nvGrpSpPr>
      <p:grpSpPr>
        <a:xfrm>
          <a:off x="0" y="0"/>
          <a:ext cx="0" cy="0"/>
          <a:chOff x="0" y="0"/>
          <a:chExt cx="0" cy="0"/>
        </a:xfrm>
      </p:grpSpPr>
      <p:pic>
        <p:nvPicPr>
          <p:cNvPr id="8" name="Picture 7" descr="A screenshot of a computer&#10;&#10;AI-generated content may be incorrect.">
            <a:extLst>
              <a:ext uri="{FF2B5EF4-FFF2-40B4-BE49-F238E27FC236}">
                <a16:creationId xmlns:a16="http://schemas.microsoft.com/office/drawing/2014/main" id="{3CF52858-8745-4522-C808-8C147FFC9F33}"/>
              </a:ext>
            </a:extLst>
          </p:cNvPr>
          <p:cNvPicPr>
            <a:picLocks noChangeAspect="1"/>
          </p:cNvPicPr>
          <p:nvPr/>
        </p:nvPicPr>
        <p:blipFill>
          <a:blip r:embed="rId3"/>
          <a:stretch>
            <a:fillRect/>
          </a:stretch>
        </p:blipFill>
        <p:spPr>
          <a:xfrm>
            <a:off x="4111803" y="3716546"/>
            <a:ext cx="4917376" cy="2593270"/>
          </a:xfrm>
          <a:prstGeom prst="rect">
            <a:avLst/>
          </a:prstGeom>
        </p:spPr>
      </p:pic>
      <p:sp>
        <p:nvSpPr>
          <p:cNvPr id="1257" name="Google Shape;1257;p101">
            <a:extLst>
              <a:ext uri="{FF2B5EF4-FFF2-40B4-BE49-F238E27FC236}">
                <a16:creationId xmlns:a16="http://schemas.microsoft.com/office/drawing/2014/main" id="{C0B6334A-C3CB-3668-0091-0AFC50A44AE2}"/>
              </a:ext>
            </a:extLst>
          </p:cNvPr>
          <p:cNvSpPr txBox="1">
            <a:spLocks noGrp="1"/>
          </p:cNvSpPr>
          <p:nvPr>
            <p:ph type="title"/>
          </p:nvPr>
        </p:nvSpPr>
        <p:spPr>
          <a:xfrm>
            <a:off x="949890" y="1"/>
            <a:ext cx="7244219" cy="681226"/>
          </a:xfrm>
          <a:prstGeom prst="rect">
            <a:avLst/>
          </a:prstGeom>
          <a:noFill/>
          <a:ln>
            <a:noFill/>
          </a:ln>
        </p:spPr>
        <p:txBody>
          <a:bodyPr spcFirstLastPara="1" wrap="square" lIns="91425" tIns="45700" rIns="91425" bIns="45700" anchor="ctr" anchorCtr="0">
            <a:noAutofit/>
          </a:bodyPr>
          <a:lstStyle/>
          <a:p>
            <a:pPr algn="ctr">
              <a:spcBef>
                <a:spcPts val="0"/>
              </a:spcBef>
            </a:pPr>
            <a:r>
              <a:rPr lang="en-US" sz="2800" b="1" dirty="0">
                <a:solidFill>
                  <a:srgbClr val="006600"/>
                </a:solidFill>
                <a:latin typeface="Bookman Old Style"/>
                <a:ea typeface="+mj-lt"/>
                <a:cs typeface="+mj-lt"/>
                <a:sym typeface="Times New Roman" panose="02020603050405020304"/>
              </a:rPr>
              <a:t>Demonstration (Contd..)</a:t>
            </a:r>
            <a:endParaRPr lang="en-US" sz="2800" b="1" dirty="0">
              <a:latin typeface="Bookman Old Style"/>
              <a:ea typeface="Calibri Light"/>
              <a:cs typeface="Calibri Light"/>
            </a:endParaRPr>
          </a:p>
        </p:txBody>
      </p:sp>
      <p:sp>
        <p:nvSpPr>
          <p:cNvPr id="1258" name="Google Shape;1258;p101">
            <a:extLst>
              <a:ext uri="{FF2B5EF4-FFF2-40B4-BE49-F238E27FC236}">
                <a16:creationId xmlns:a16="http://schemas.microsoft.com/office/drawing/2014/main" id="{F4F0EFD9-DDA6-C4FC-6168-EF13641DC238}"/>
              </a:ext>
            </a:extLst>
          </p:cNvPr>
          <p:cNvSpPr txBox="1">
            <a:spLocks noGrp="1"/>
          </p:cNvSpPr>
          <p:nvPr>
            <p:ph idx="1"/>
          </p:nvPr>
        </p:nvSpPr>
        <p:spPr>
          <a:xfrm>
            <a:off x="114821" y="678719"/>
            <a:ext cx="3758819" cy="4449061"/>
          </a:xfrm>
          <a:prstGeom prst="rect">
            <a:avLst/>
          </a:prstGeom>
          <a:noFill/>
          <a:ln>
            <a:noFill/>
          </a:ln>
        </p:spPr>
        <p:txBody>
          <a:bodyPr spcFirstLastPara="1" wrap="square" lIns="91425" tIns="45700" rIns="91425" bIns="45700" anchor="t" anchorCtr="0">
            <a:noAutofit/>
          </a:bodyPr>
          <a:lstStyle/>
          <a:p>
            <a:pPr marL="0" indent="0" algn="ctr">
              <a:buNone/>
            </a:pPr>
            <a:r>
              <a:rPr lang="en-US" sz="2200" b="1" dirty="0">
                <a:latin typeface="Times New Roman" panose="02020603050405020304" pitchFamily="18" charset="0"/>
                <a:ea typeface="+mj-lt"/>
                <a:cs typeface="Times New Roman" panose="02020603050405020304" pitchFamily="18" charset="0"/>
                <a:sym typeface="Times New Roman" panose="02020603050405020304"/>
              </a:rPr>
              <a:t>Disease Detection Model Training</a:t>
            </a:r>
            <a:endParaRPr lang="en-US" sz="2200" dirty="0">
              <a:latin typeface="Times New Roman" panose="02020603050405020304" pitchFamily="18" charset="0"/>
              <a:ea typeface="+mn-lt"/>
              <a:cs typeface="Times New Roman" panose="02020603050405020304" pitchFamily="18" charset="0"/>
              <a:sym typeface="Times New Roman" panose="02020603050405020304"/>
            </a:endParaRPr>
          </a:p>
          <a:p>
            <a:pPr algn="just">
              <a:buFont typeface="Wingdings" panose="020B0604020202020204" pitchFamily="34" charset="0"/>
              <a:buChar char="q"/>
            </a:pPr>
            <a:r>
              <a:rPr lang="en-US" sz="2000" dirty="0">
                <a:latin typeface="Times New Roman" panose="02020603050405020304" pitchFamily="18" charset="0"/>
                <a:ea typeface="+mn-lt"/>
                <a:cs typeface="Times New Roman" panose="02020603050405020304" pitchFamily="18" charset="0"/>
                <a:sym typeface="Times New Roman" panose="02020603050405020304"/>
              </a:rPr>
              <a:t> The </a:t>
            </a:r>
            <a:r>
              <a:rPr lang="en-US" sz="2000" dirty="0">
                <a:latin typeface="Times New Roman" panose="02020603050405020304" pitchFamily="18" charset="0"/>
                <a:ea typeface="+mn-lt"/>
                <a:cs typeface="Times New Roman" panose="02020603050405020304" pitchFamily="18" charset="0"/>
              </a:rPr>
              <a:t>model is trained using </a:t>
            </a:r>
            <a:r>
              <a:rPr lang="en-US" sz="2000" b="1" dirty="0">
                <a:latin typeface="Times New Roman" panose="02020603050405020304" pitchFamily="18" charset="0"/>
                <a:ea typeface="+mn-lt"/>
                <a:cs typeface="Times New Roman" panose="02020603050405020304" pitchFamily="18" charset="0"/>
              </a:rPr>
              <a:t>EfficientNetB0 </a:t>
            </a:r>
            <a:r>
              <a:rPr lang="en-US" sz="2000" dirty="0">
                <a:latin typeface="Times New Roman" panose="02020603050405020304" pitchFamily="18" charset="0"/>
                <a:ea typeface="+mn-lt"/>
                <a:cs typeface="Times New Roman" panose="02020603050405020304" pitchFamily="18" charset="0"/>
              </a:rPr>
              <a:t>with transfer learning.</a:t>
            </a:r>
            <a:endParaRPr lang="en-US" sz="2000" dirty="0">
              <a:latin typeface="Times New Roman" panose="02020603050405020304" pitchFamily="18" charset="0"/>
              <a:cs typeface="Times New Roman" panose="02020603050405020304" pitchFamily="18" charset="0"/>
            </a:endParaRPr>
          </a:p>
          <a:p>
            <a:pPr algn="just">
              <a:buFont typeface="Wingdings" panose="020B0604020202020204" pitchFamily="34" charset="0"/>
              <a:buChar char="q"/>
            </a:pPr>
            <a:r>
              <a:rPr lang="en-US" sz="2000" dirty="0">
                <a:latin typeface="Times New Roman" panose="02020603050405020304" pitchFamily="18" charset="0"/>
                <a:ea typeface="+mn-lt"/>
                <a:cs typeface="Times New Roman" panose="02020603050405020304" pitchFamily="18" charset="0"/>
              </a:rPr>
              <a:t> Training is performed in two stages to improve performance.</a:t>
            </a:r>
            <a:endParaRPr lang="en-US" sz="2000" dirty="0">
              <a:latin typeface="Times New Roman" panose="02020603050405020304" pitchFamily="18" charset="0"/>
              <a:ea typeface="Calibri"/>
              <a:cs typeface="Times New Roman" panose="02020603050405020304" pitchFamily="18" charset="0"/>
            </a:endParaRPr>
          </a:p>
          <a:p>
            <a:pPr algn="just">
              <a:buFont typeface="Wingdings" panose="020B0604020202020204" pitchFamily="34" charset="0"/>
              <a:buChar char="q"/>
            </a:pPr>
            <a:r>
              <a:rPr lang="en-US" sz="2000" b="1" dirty="0">
                <a:latin typeface="Times New Roman" panose="02020603050405020304" pitchFamily="18" charset="0"/>
                <a:ea typeface="+mn-lt"/>
                <a:cs typeface="Times New Roman" panose="02020603050405020304" pitchFamily="18" charset="0"/>
              </a:rPr>
              <a:t> Phase-1 (Warm-Up):</a:t>
            </a:r>
            <a:endParaRPr lang="en-US" sz="2000" b="1" dirty="0">
              <a:latin typeface="Times New Roman" panose="02020603050405020304" pitchFamily="18" charset="0"/>
              <a:ea typeface="Calibri"/>
              <a:cs typeface="Times New Roman" panose="02020603050405020304" pitchFamily="18" charset="0"/>
            </a:endParaRPr>
          </a:p>
          <a:p>
            <a:pPr lvl="1" algn="just"/>
            <a:r>
              <a:rPr lang="en-US" sz="2000" dirty="0">
                <a:latin typeface="Times New Roman" panose="02020603050405020304" pitchFamily="18" charset="0"/>
                <a:ea typeface="+mn-lt"/>
                <a:cs typeface="Times New Roman" panose="02020603050405020304" pitchFamily="18" charset="0"/>
              </a:rPr>
              <a:t>Only the newly added classification layers are trained.</a:t>
            </a:r>
            <a:endParaRPr lang="en-US" sz="2000" dirty="0">
              <a:latin typeface="Times New Roman" panose="02020603050405020304" pitchFamily="18" charset="0"/>
              <a:ea typeface="Calibri"/>
              <a:cs typeface="Times New Roman" panose="02020603050405020304" pitchFamily="18" charset="0"/>
            </a:endParaRPr>
          </a:p>
          <a:p>
            <a:pPr lvl="1" algn="just"/>
            <a:r>
              <a:rPr lang="en-US" sz="2000" dirty="0">
                <a:latin typeface="Times New Roman" panose="02020603050405020304" pitchFamily="18" charset="0"/>
                <a:ea typeface="+mn-lt"/>
                <a:cs typeface="Times New Roman" panose="02020603050405020304" pitchFamily="18" charset="0"/>
              </a:rPr>
              <a:t>The </a:t>
            </a:r>
            <a:r>
              <a:rPr lang="en-US" sz="2000" dirty="0" err="1">
                <a:latin typeface="Times New Roman" panose="02020603050405020304" pitchFamily="18" charset="0"/>
                <a:ea typeface="+mn-lt"/>
                <a:cs typeface="Times New Roman" panose="02020603050405020304" pitchFamily="18" charset="0"/>
              </a:rPr>
              <a:t>EfficientNet</a:t>
            </a:r>
            <a:r>
              <a:rPr lang="en-US" sz="2000" dirty="0">
                <a:latin typeface="Times New Roman" panose="02020603050405020304" pitchFamily="18" charset="0"/>
                <a:ea typeface="+mn-lt"/>
                <a:cs typeface="Times New Roman" panose="02020603050405020304" pitchFamily="18" charset="0"/>
              </a:rPr>
              <a:t> backbone remains frozen.</a:t>
            </a:r>
            <a:endParaRPr lang="en-US" sz="2000" dirty="0">
              <a:latin typeface="Times New Roman" panose="02020603050405020304" pitchFamily="18" charset="0"/>
              <a:ea typeface="Calibri"/>
              <a:cs typeface="Times New Roman" panose="02020603050405020304" pitchFamily="18" charset="0"/>
            </a:endParaRPr>
          </a:p>
          <a:p>
            <a:pPr algn="just">
              <a:buFont typeface="Wingdings" panose="020B0604020202020204" pitchFamily="34" charset="0"/>
              <a:buChar char="q"/>
            </a:pPr>
            <a:r>
              <a:rPr lang="en-US" sz="2000" b="1" dirty="0">
                <a:latin typeface="Times New Roman" panose="02020603050405020304" pitchFamily="18" charset="0"/>
                <a:ea typeface="+mn-lt"/>
                <a:cs typeface="Times New Roman" panose="02020603050405020304" pitchFamily="18" charset="0"/>
              </a:rPr>
              <a:t> Phase-2 (Fine-Tuning):</a:t>
            </a:r>
            <a:endParaRPr lang="en-US" sz="2000" dirty="0">
              <a:latin typeface="Times New Roman" panose="02020603050405020304" pitchFamily="18" charset="0"/>
              <a:ea typeface="Calibri"/>
              <a:cs typeface="Times New Roman" panose="02020603050405020304" pitchFamily="18" charset="0"/>
            </a:endParaRPr>
          </a:p>
          <a:p>
            <a:pPr lvl="1" algn="just"/>
            <a:r>
              <a:rPr lang="en-US" sz="2000" dirty="0">
                <a:latin typeface="Times New Roman" panose="02020603050405020304" pitchFamily="18" charset="0"/>
                <a:ea typeface="+mn-lt"/>
                <a:cs typeface="Times New Roman" panose="02020603050405020304" pitchFamily="18" charset="0"/>
              </a:rPr>
              <a:t>Selected backbone layers are unfrozen.</a:t>
            </a:r>
          </a:p>
          <a:p>
            <a:pPr lvl="1" algn="just"/>
            <a:r>
              <a:rPr lang="en-US" sz="2000" dirty="0">
                <a:latin typeface="Times New Roman" panose="02020603050405020304" pitchFamily="18" charset="0"/>
                <a:ea typeface="+mn-lt"/>
                <a:cs typeface="Times New Roman" panose="02020603050405020304" pitchFamily="18" charset="0"/>
              </a:rPr>
              <a:t>The network adapts to tomato leaf disease features.</a:t>
            </a:r>
            <a:endParaRPr lang="en-US" sz="2000" dirty="0">
              <a:latin typeface="Times New Roman" panose="02020603050405020304" pitchFamily="18" charset="0"/>
              <a:ea typeface="Calibri"/>
              <a:cs typeface="Times New Roman" panose="02020603050405020304" pitchFamily="18" charset="0"/>
            </a:endParaRPr>
          </a:p>
        </p:txBody>
      </p:sp>
      <p:cxnSp>
        <p:nvCxnSpPr>
          <p:cNvPr id="6" name="Google Shape;1249;p100">
            <a:extLst>
              <a:ext uri="{FF2B5EF4-FFF2-40B4-BE49-F238E27FC236}">
                <a16:creationId xmlns:a16="http://schemas.microsoft.com/office/drawing/2014/main" id="{16AFBEC8-647E-7597-6C56-62ADE66E732F}"/>
              </a:ext>
            </a:extLst>
          </p:cNvPr>
          <p:cNvCxnSpPr/>
          <p:nvPr/>
        </p:nvCxnSpPr>
        <p:spPr>
          <a:xfrm>
            <a:off x="0" y="675647"/>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A9ECF258-B5F9-39C2-40AC-A7C39B5B8A74}"/>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DE97647C-981D-B528-832E-62D22FA4360C}"/>
              </a:ext>
            </a:extLst>
          </p:cNvPr>
          <p:cNvSpPr>
            <a:spLocks noGrp="1"/>
          </p:cNvSpPr>
          <p:nvPr>
            <p:ph type="sldNum" sz="quarter" idx="12"/>
          </p:nvPr>
        </p:nvSpPr>
        <p:spPr/>
        <p:txBody>
          <a:bodyPr/>
          <a:lstStyle/>
          <a:p>
            <a:fld id="{00000000-1234-1234-1234-123412341234}" type="slidenum">
              <a:rPr lang="en-US" smtClean="0"/>
              <a:t>16</a:t>
            </a:fld>
            <a:endParaRPr lang="en-US"/>
          </a:p>
        </p:txBody>
      </p:sp>
      <p:pic>
        <p:nvPicPr>
          <p:cNvPr id="5" name="Picture 4" descr="A screenshot of a computer program&#10;&#10;AI-generated content may be incorrect.">
            <a:extLst>
              <a:ext uri="{FF2B5EF4-FFF2-40B4-BE49-F238E27FC236}">
                <a16:creationId xmlns:a16="http://schemas.microsoft.com/office/drawing/2014/main" id="{3683D14D-98AD-21AE-5A9E-55A986707A58}"/>
              </a:ext>
            </a:extLst>
          </p:cNvPr>
          <p:cNvPicPr>
            <a:picLocks noChangeAspect="1"/>
          </p:cNvPicPr>
          <p:nvPr/>
        </p:nvPicPr>
        <p:blipFill>
          <a:blip r:embed="rId4"/>
          <a:stretch>
            <a:fillRect/>
          </a:stretch>
        </p:blipFill>
        <p:spPr>
          <a:xfrm>
            <a:off x="4111804" y="788657"/>
            <a:ext cx="4917375" cy="2579714"/>
          </a:xfrm>
          <a:prstGeom prst="rect">
            <a:avLst/>
          </a:prstGeom>
        </p:spPr>
      </p:pic>
      <p:sp>
        <p:nvSpPr>
          <p:cNvPr id="7" name="TextBox 6">
            <a:extLst>
              <a:ext uri="{FF2B5EF4-FFF2-40B4-BE49-F238E27FC236}">
                <a16:creationId xmlns:a16="http://schemas.microsoft.com/office/drawing/2014/main" id="{DE9FABF6-6C04-097E-1711-9A39CEC8E964}"/>
              </a:ext>
            </a:extLst>
          </p:cNvPr>
          <p:cNvSpPr txBox="1"/>
          <p:nvPr/>
        </p:nvSpPr>
        <p:spPr>
          <a:xfrm>
            <a:off x="4111805" y="6309816"/>
            <a:ext cx="491737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latin typeface="Times New Roman"/>
                <a:cs typeface="Times New Roman"/>
              </a:rPr>
              <a:t>Fig. Phase-2 Fine-Tuning Results for Disease Classification Model</a:t>
            </a:r>
            <a:endParaRPr lang="en-US" dirty="0"/>
          </a:p>
        </p:txBody>
      </p:sp>
      <p:sp>
        <p:nvSpPr>
          <p:cNvPr id="9" name="TextBox 8">
            <a:extLst>
              <a:ext uri="{FF2B5EF4-FFF2-40B4-BE49-F238E27FC236}">
                <a16:creationId xmlns:a16="http://schemas.microsoft.com/office/drawing/2014/main" id="{71EED62A-956E-449A-96F1-BF306066E8B9}"/>
              </a:ext>
            </a:extLst>
          </p:cNvPr>
          <p:cNvSpPr txBox="1"/>
          <p:nvPr/>
        </p:nvSpPr>
        <p:spPr>
          <a:xfrm>
            <a:off x="4111805" y="3364379"/>
            <a:ext cx="491737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latin typeface="Times New Roman"/>
                <a:cs typeface="Times New Roman"/>
              </a:rPr>
              <a:t>Fig. Phase-1 Warm-Up Training Results for Disease Classification Model</a:t>
            </a:r>
            <a:endParaRPr lang="en-US" dirty="0"/>
          </a:p>
        </p:txBody>
      </p:sp>
    </p:spTree>
    <p:extLst>
      <p:ext uri="{BB962C8B-B14F-4D97-AF65-F5344CB8AC3E}">
        <p14:creationId xmlns:p14="http://schemas.microsoft.com/office/powerpoint/2010/main" val="3764098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56">
          <a:extLst>
            <a:ext uri="{FF2B5EF4-FFF2-40B4-BE49-F238E27FC236}">
              <a16:creationId xmlns:a16="http://schemas.microsoft.com/office/drawing/2014/main" id="{DB3FF765-7362-C5D6-6F2E-FFEBD8690187}"/>
            </a:ext>
          </a:extLst>
        </p:cNvPr>
        <p:cNvGrpSpPr/>
        <p:nvPr/>
      </p:nvGrpSpPr>
      <p:grpSpPr>
        <a:xfrm>
          <a:off x="0" y="0"/>
          <a:ext cx="0" cy="0"/>
          <a:chOff x="0" y="0"/>
          <a:chExt cx="0" cy="0"/>
        </a:xfrm>
      </p:grpSpPr>
      <p:sp>
        <p:nvSpPr>
          <p:cNvPr id="1257" name="Google Shape;1257;p101">
            <a:extLst>
              <a:ext uri="{FF2B5EF4-FFF2-40B4-BE49-F238E27FC236}">
                <a16:creationId xmlns:a16="http://schemas.microsoft.com/office/drawing/2014/main" id="{5BB5D88F-921C-36BF-E2EB-A3754E984925}"/>
              </a:ext>
            </a:extLst>
          </p:cNvPr>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algn="ctr">
              <a:spcBef>
                <a:spcPts val="0"/>
              </a:spcBef>
            </a:pPr>
            <a:r>
              <a:rPr lang="en-US" sz="2800" b="1" dirty="0">
                <a:solidFill>
                  <a:srgbClr val="006600"/>
                </a:solidFill>
                <a:latin typeface="Bookman Old Style"/>
                <a:ea typeface="+mj-lt"/>
                <a:cs typeface="+mj-lt"/>
                <a:sym typeface="Times New Roman" panose="02020603050405020304"/>
              </a:rPr>
              <a:t>Demonstration (Contd..)</a:t>
            </a:r>
            <a:endParaRPr lang="en-US" b="1" dirty="0">
              <a:latin typeface="Bookman Old Style"/>
              <a:ea typeface="+mj-lt"/>
              <a:cs typeface="+mj-lt"/>
            </a:endParaRPr>
          </a:p>
        </p:txBody>
      </p:sp>
      <p:sp>
        <p:nvSpPr>
          <p:cNvPr id="1258" name="Google Shape;1258;p101">
            <a:extLst>
              <a:ext uri="{FF2B5EF4-FFF2-40B4-BE49-F238E27FC236}">
                <a16:creationId xmlns:a16="http://schemas.microsoft.com/office/drawing/2014/main" id="{0FEDD159-C416-E4AD-71BF-273D4446175B}"/>
              </a:ext>
            </a:extLst>
          </p:cNvPr>
          <p:cNvSpPr txBox="1">
            <a:spLocks noGrp="1"/>
          </p:cNvSpPr>
          <p:nvPr>
            <p:ph idx="1"/>
          </p:nvPr>
        </p:nvSpPr>
        <p:spPr>
          <a:xfrm>
            <a:off x="223902" y="675647"/>
            <a:ext cx="8696195" cy="1706201"/>
          </a:xfrm>
          <a:prstGeom prst="rect">
            <a:avLst/>
          </a:prstGeom>
          <a:noFill/>
          <a:ln>
            <a:noFill/>
          </a:ln>
        </p:spPr>
        <p:txBody>
          <a:bodyPr spcFirstLastPara="1" wrap="square" lIns="91425" tIns="45700" rIns="91425" bIns="45700" anchor="t" anchorCtr="0">
            <a:noAutofit/>
          </a:bodyPr>
          <a:lstStyle/>
          <a:p>
            <a:pPr marL="0" indent="0" algn="ctr">
              <a:buNone/>
            </a:pPr>
            <a:r>
              <a:rPr lang="en-US" sz="2200" b="1" dirty="0">
                <a:latin typeface="Times New Roman" panose="02020603050405020304" pitchFamily="18" charset="0"/>
                <a:ea typeface="+mj-lt"/>
                <a:cs typeface="Times New Roman" panose="02020603050405020304" pitchFamily="18" charset="0"/>
                <a:sym typeface="Times New Roman" panose="02020603050405020304"/>
              </a:rPr>
              <a:t>Crop Growth Stage Dataset</a:t>
            </a:r>
            <a:r>
              <a:rPr lang="en-US" sz="2200" dirty="0">
                <a:latin typeface="Times New Roman" panose="02020603050405020304" pitchFamily="18" charset="0"/>
                <a:ea typeface="+mn-lt"/>
                <a:cs typeface="Times New Roman" panose="02020603050405020304" pitchFamily="18" charset="0"/>
                <a:sym typeface="Times New Roman" panose="02020603050405020304"/>
              </a:rPr>
              <a:t> </a:t>
            </a:r>
          </a:p>
          <a:p>
            <a:pPr algn="just">
              <a:lnSpc>
                <a:spcPct val="100000"/>
              </a:lnSpc>
              <a:buFont typeface="Wingdings" panose="020B0604020202020204" pitchFamily="34" charset="0"/>
              <a:buChar char="q"/>
            </a:pPr>
            <a:r>
              <a:rPr lang="en-US" sz="2000" dirty="0">
                <a:latin typeface="Times New Roman"/>
                <a:ea typeface="+mn-lt"/>
                <a:cs typeface="Times New Roman"/>
                <a:sym typeface="Times New Roman" panose="02020603050405020304"/>
              </a:rPr>
              <a:t>The tomato</a:t>
            </a:r>
            <a:r>
              <a:rPr lang="en-US" sz="2000" dirty="0">
                <a:latin typeface="Times New Roman"/>
                <a:ea typeface="+mn-lt"/>
                <a:cs typeface="Times New Roman"/>
              </a:rPr>
              <a:t> plant dataset contains images representing different stages of plant development.</a:t>
            </a:r>
            <a:endParaRPr lang="en-US" dirty="0">
              <a:latin typeface="Times New Roman"/>
              <a:ea typeface="+mn-lt"/>
              <a:cs typeface="Times New Roman"/>
            </a:endParaRPr>
          </a:p>
          <a:p>
            <a:pPr algn="just">
              <a:buFont typeface="Wingdings" panose="020B0604020202020204" pitchFamily="34" charset="0"/>
              <a:buChar char="q"/>
            </a:pPr>
            <a:r>
              <a:rPr lang="en-US" sz="2000" dirty="0">
                <a:latin typeface="Times New Roman"/>
                <a:ea typeface="+mn-lt"/>
                <a:cs typeface="Times New Roman"/>
              </a:rPr>
              <a:t> These images are used to train the growth stage classification model.</a:t>
            </a:r>
            <a:endParaRPr lang="en-US" dirty="0">
              <a:latin typeface="Times New Roman"/>
              <a:ea typeface="+mn-lt"/>
              <a:cs typeface="Times New Roman"/>
            </a:endParaRPr>
          </a:p>
        </p:txBody>
      </p:sp>
      <p:cxnSp>
        <p:nvCxnSpPr>
          <p:cNvPr id="6" name="Google Shape;1249;p100">
            <a:extLst>
              <a:ext uri="{FF2B5EF4-FFF2-40B4-BE49-F238E27FC236}">
                <a16:creationId xmlns:a16="http://schemas.microsoft.com/office/drawing/2014/main" id="{FED22DDF-8724-7E14-E732-BBF41AB593FB}"/>
              </a:ext>
            </a:extLst>
          </p:cNvPr>
          <p:cNvCxnSpPr/>
          <p:nvPr/>
        </p:nvCxnSpPr>
        <p:spPr>
          <a:xfrm>
            <a:off x="0" y="675647"/>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1DFF6243-3606-1791-C61B-595CFAF728C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F351C7C6-B6A1-3429-4A6C-22B8641E8908}"/>
              </a:ext>
            </a:extLst>
          </p:cNvPr>
          <p:cNvSpPr>
            <a:spLocks noGrp="1"/>
          </p:cNvSpPr>
          <p:nvPr>
            <p:ph type="sldNum" sz="quarter" idx="12"/>
          </p:nvPr>
        </p:nvSpPr>
        <p:spPr/>
        <p:txBody>
          <a:bodyPr/>
          <a:lstStyle/>
          <a:p>
            <a:fld id="{00000000-1234-1234-1234-123412341234}" type="slidenum">
              <a:rPr lang="en-US" smtClean="0"/>
              <a:t>17</a:t>
            </a:fld>
            <a:endParaRPr lang="en-US"/>
          </a:p>
        </p:txBody>
      </p:sp>
      <p:sp>
        <p:nvSpPr>
          <p:cNvPr id="7" name="TextBox 6">
            <a:extLst>
              <a:ext uri="{FF2B5EF4-FFF2-40B4-BE49-F238E27FC236}">
                <a16:creationId xmlns:a16="http://schemas.microsoft.com/office/drawing/2014/main" id="{810FC603-C7BD-0462-D94E-38E1A0714EB6}"/>
              </a:ext>
            </a:extLst>
          </p:cNvPr>
          <p:cNvSpPr txBox="1"/>
          <p:nvPr/>
        </p:nvSpPr>
        <p:spPr>
          <a:xfrm>
            <a:off x="2113311" y="6335261"/>
            <a:ext cx="491737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latin typeface="Times New Roman"/>
                <a:cs typeface="Times New Roman"/>
              </a:rPr>
              <a:t>Fig. Tomato Crop Growth Stages Dataset Samples</a:t>
            </a:r>
            <a:endParaRPr lang="en-US" dirty="0"/>
          </a:p>
        </p:txBody>
      </p:sp>
      <p:pic>
        <p:nvPicPr>
          <p:cNvPr id="4" name="Picture 3" descr="A collage of different plants&#10;&#10;AI-generated content may be incorrect.">
            <a:extLst>
              <a:ext uri="{FF2B5EF4-FFF2-40B4-BE49-F238E27FC236}">
                <a16:creationId xmlns:a16="http://schemas.microsoft.com/office/drawing/2014/main" id="{BA45C212-FB8C-B60B-0656-A5EB493415D2}"/>
              </a:ext>
            </a:extLst>
          </p:cNvPr>
          <p:cNvPicPr>
            <a:picLocks noChangeAspect="1"/>
          </p:cNvPicPr>
          <p:nvPr/>
        </p:nvPicPr>
        <p:blipFill>
          <a:blip r:embed="rId3"/>
          <a:stretch>
            <a:fillRect/>
          </a:stretch>
        </p:blipFill>
        <p:spPr>
          <a:xfrm>
            <a:off x="1156308" y="2421130"/>
            <a:ext cx="6831381" cy="3895939"/>
          </a:xfrm>
          <a:prstGeom prst="rect">
            <a:avLst/>
          </a:prstGeom>
        </p:spPr>
      </p:pic>
    </p:spTree>
    <p:extLst>
      <p:ext uri="{BB962C8B-B14F-4D97-AF65-F5344CB8AC3E}">
        <p14:creationId xmlns:p14="http://schemas.microsoft.com/office/powerpoint/2010/main" val="14892473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56">
          <a:extLst>
            <a:ext uri="{FF2B5EF4-FFF2-40B4-BE49-F238E27FC236}">
              <a16:creationId xmlns:a16="http://schemas.microsoft.com/office/drawing/2014/main" id="{9A610C47-5FF6-46A3-1534-D02E6CB4080F}"/>
            </a:ext>
          </a:extLst>
        </p:cNvPr>
        <p:cNvGrpSpPr/>
        <p:nvPr/>
      </p:nvGrpSpPr>
      <p:grpSpPr>
        <a:xfrm>
          <a:off x="0" y="0"/>
          <a:ext cx="0" cy="0"/>
          <a:chOff x="0" y="0"/>
          <a:chExt cx="0" cy="0"/>
        </a:xfrm>
      </p:grpSpPr>
      <p:sp>
        <p:nvSpPr>
          <p:cNvPr id="1257" name="Google Shape;1257;p101">
            <a:extLst>
              <a:ext uri="{FF2B5EF4-FFF2-40B4-BE49-F238E27FC236}">
                <a16:creationId xmlns:a16="http://schemas.microsoft.com/office/drawing/2014/main" id="{3F2F71AC-1170-AC05-AA76-3D997AB63772}"/>
              </a:ext>
            </a:extLst>
          </p:cNvPr>
          <p:cNvSpPr txBox="1">
            <a:spLocks noGrp="1"/>
          </p:cNvSpPr>
          <p:nvPr>
            <p:ph type="title"/>
          </p:nvPr>
        </p:nvSpPr>
        <p:spPr>
          <a:xfrm>
            <a:off x="949890" y="1"/>
            <a:ext cx="7244219" cy="681226"/>
          </a:xfrm>
          <a:prstGeom prst="rect">
            <a:avLst/>
          </a:prstGeom>
          <a:noFill/>
          <a:ln>
            <a:noFill/>
          </a:ln>
        </p:spPr>
        <p:txBody>
          <a:bodyPr spcFirstLastPara="1" wrap="square" lIns="91425" tIns="45700" rIns="91425" bIns="45700" anchor="ctr" anchorCtr="0">
            <a:noAutofit/>
          </a:bodyPr>
          <a:lstStyle/>
          <a:p>
            <a:pPr algn="ctr">
              <a:spcBef>
                <a:spcPts val="0"/>
              </a:spcBef>
            </a:pPr>
            <a:r>
              <a:rPr lang="en-US" sz="2800" b="1" dirty="0">
                <a:solidFill>
                  <a:srgbClr val="006600"/>
                </a:solidFill>
                <a:latin typeface="Bookman Old Style"/>
                <a:ea typeface="+mj-lt"/>
                <a:cs typeface="+mj-lt"/>
                <a:sym typeface="Times New Roman" panose="02020603050405020304"/>
              </a:rPr>
              <a:t>Demonstration (Contd..)</a:t>
            </a:r>
            <a:endParaRPr lang="en-US" sz="2800" b="1" dirty="0">
              <a:latin typeface="Bookman Old Style"/>
              <a:ea typeface="+mj-lt"/>
              <a:cs typeface="+mj-lt"/>
            </a:endParaRPr>
          </a:p>
        </p:txBody>
      </p:sp>
      <p:sp>
        <p:nvSpPr>
          <p:cNvPr id="1258" name="Google Shape;1258;p101">
            <a:extLst>
              <a:ext uri="{FF2B5EF4-FFF2-40B4-BE49-F238E27FC236}">
                <a16:creationId xmlns:a16="http://schemas.microsoft.com/office/drawing/2014/main" id="{D51B55C6-AD2A-1AE9-8E92-B4037B41D654}"/>
              </a:ext>
            </a:extLst>
          </p:cNvPr>
          <p:cNvSpPr txBox="1">
            <a:spLocks noGrp="1"/>
          </p:cNvSpPr>
          <p:nvPr>
            <p:ph idx="1"/>
          </p:nvPr>
        </p:nvSpPr>
        <p:spPr>
          <a:xfrm>
            <a:off x="114300" y="675647"/>
            <a:ext cx="3878161" cy="4952102"/>
          </a:xfrm>
          <a:prstGeom prst="rect">
            <a:avLst/>
          </a:prstGeom>
          <a:noFill/>
          <a:ln>
            <a:noFill/>
          </a:ln>
        </p:spPr>
        <p:txBody>
          <a:bodyPr spcFirstLastPara="1" wrap="square" lIns="91425" tIns="45700" rIns="91425" bIns="45700" anchor="t" anchorCtr="0">
            <a:noAutofit/>
          </a:bodyPr>
          <a:lstStyle/>
          <a:p>
            <a:pPr marL="0" indent="0" algn="ctr">
              <a:buNone/>
            </a:pPr>
            <a:r>
              <a:rPr lang="en-US" sz="2200" b="1" dirty="0">
                <a:latin typeface="Times New Roman" panose="02020603050405020304" pitchFamily="18" charset="0"/>
                <a:ea typeface="+mj-lt"/>
                <a:cs typeface="Times New Roman" panose="02020603050405020304" pitchFamily="18" charset="0"/>
                <a:sym typeface="Times New Roman" panose="02020603050405020304"/>
              </a:rPr>
              <a:t>Growth Stage Classification Training</a:t>
            </a:r>
            <a:endParaRPr lang="en-US" sz="2200" dirty="0">
              <a:latin typeface="Times New Roman" panose="02020603050405020304" pitchFamily="18" charset="0"/>
              <a:ea typeface="+mn-lt"/>
              <a:cs typeface="Times New Roman" panose="02020603050405020304" pitchFamily="18" charset="0"/>
              <a:sym typeface="Times New Roman" panose="02020603050405020304"/>
            </a:endParaRPr>
          </a:p>
          <a:p>
            <a:pPr algn="just">
              <a:buFont typeface="Wingdings" panose="05000000000000000000" pitchFamily="2" charset="2"/>
              <a:buChar char="q"/>
            </a:pPr>
            <a:r>
              <a:rPr lang="en-US" sz="1800" dirty="0">
                <a:latin typeface="Times New Roman"/>
                <a:ea typeface="+mn-lt"/>
                <a:cs typeface="Times New Roman"/>
                <a:sym typeface="Times New Roman" panose="02020603050405020304"/>
              </a:rPr>
              <a:t> </a:t>
            </a:r>
            <a:r>
              <a:rPr lang="en-US" sz="2000" dirty="0">
                <a:latin typeface="Times New Roman"/>
                <a:ea typeface="+mn-lt"/>
                <a:cs typeface="Times New Roman"/>
                <a:sym typeface="Times New Roman" panose="02020603050405020304"/>
              </a:rPr>
              <a:t>The tomato</a:t>
            </a:r>
            <a:r>
              <a:rPr lang="en-US" sz="2000" dirty="0">
                <a:latin typeface="Times New Roman"/>
                <a:ea typeface="+mn-lt"/>
                <a:cs typeface="Times New Roman"/>
              </a:rPr>
              <a:t> growth stage classification model uses </a:t>
            </a:r>
            <a:r>
              <a:rPr lang="en-US" sz="2000" b="1" dirty="0">
                <a:latin typeface="Times New Roman"/>
                <a:ea typeface="+mn-lt"/>
                <a:cs typeface="Times New Roman"/>
              </a:rPr>
              <a:t>EfficientNetB3 </a:t>
            </a:r>
            <a:r>
              <a:rPr lang="en-US" sz="2000" dirty="0">
                <a:latin typeface="Times New Roman"/>
                <a:ea typeface="+mn-lt"/>
                <a:cs typeface="Times New Roman"/>
              </a:rPr>
              <a:t>architecture.</a:t>
            </a:r>
          </a:p>
          <a:p>
            <a:pPr algn="just">
              <a:buFont typeface="Wingdings" panose="05000000000000000000" pitchFamily="2" charset="2"/>
              <a:buChar char="q"/>
            </a:pPr>
            <a:r>
              <a:rPr lang="en-US" sz="2000" dirty="0">
                <a:latin typeface="Times New Roman"/>
                <a:ea typeface="+mn-lt"/>
                <a:cs typeface="Times New Roman"/>
              </a:rPr>
              <a:t>Training follows the same two-phase strategy.</a:t>
            </a:r>
          </a:p>
          <a:p>
            <a:pPr algn="just">
              <a:buFont typeface="Wingdings" panose="020B0604020202020204" pitchFamily="34" charset="0"/>
              <a:buChar char="q"/>
            </a:pPr>
            <a:r>
              <a:rPr lang="en-US" sz="1800" dirty="0">
                <a:latin typeface="Times New Roman"/>
                <a:ea typeface="+mn-lt"/>
                <a:cs typeface="Times New Roman"/>
              </a:rPr>
              <a:t> </a:t>
            </a:r>
            <a:r>
              <a:rPr lang="en-US" sz="2000" b="1" dirty="0">
                <a:latin typeface="Times New Roman" panose="02020603050405020304" pitchFamily="18" charset="0"/>
                <a:ea typeface="+mn-lt"/>
                <a:cs typeface="Times New Roman" panose="02020603050405020304" pitchFamily="18" charset="0"/>
              </a:rPr>
              <a:t> Phase-1 (Warm-Up):</a:t>
            </a:r>
            <a:endParaRPr lang="en-US" sz="2000" b="1" dirty="0">
              <a:latin typeface="Times New Roman" panose="02020603050405020304" pitchFamily="18" charset="0"/>
              <a:ea typeface="Calibri"/>
              <a:cs typeface="Times New Roman" panose="02020603050405020304" pitchFamily="18" charset="0"/>
            </a:endParaRPr>
          </a:p>
          <a:p>
            <a:pPr lvl="1" algn="just"/>
            <a:r>
              <a:rPr lang="en-US" sz="2000" dirty="0">
                <a:latin typeface="Times New Roman" panose="02020603050405020304" pitchFamily="18" charset="0"/>
                <a:ea typeface="+mn-lt"/>
                <a:cs typeface="Times New Roman" panose="02020603050405020304" pitchFamily="18" charset="0"/>
              </a:rPr>
              <a:t>Only the newly added classification layers are trained.</a:t>
            </a:r>
            <a:r>
              <a:rPr lang="en-US" sz="2000" dirty="0">
                <a:latin typeface="Times New Roman" panose="02020603050405020304" pitchFamily="18" charset="0"/>
                <a:ea typeface="Calibri"/>
                <a:cs typeface="Times New Roman" panose="02020603050405020304" pitchFamily="18" charset="0"/>
              </a:rPr>
              <a:t> </a:t>
            </a:r>
          </a:p>
          <a:p>
            <a:pPr lvl="1" algn="just"/>
            <a:r>
              <a:rPr lang="en-US" sz="2000" dirty="0">
                <a:latin typeface="Times New Roman" panose="02020603050405020304" pitchFamily="18" charset="0"/>
                <a:ea typeface="+mn-lt"/>
                <a:cs typeface="Times New Roman" panose="02020603050405020304" pitchFamily="18" charset="0"/>
              </a:rPr>
              <a:t>The </a:t>
            </a:r>
            <a:r>
              <a:rPr lang="en-US" sz="2000" dirty="0" err="1">
                <a:latin typeface="Times New Roman" panose="02020603050405020304" pitchFamily="18" charset="0"/>
                <a:ea typeface="+mn-lt"/>
                <a:cs typeface="Times New Roman" panose="02020603050405020304" pitchFamily="18" charset="0"/>
              </a:rPr>
              <a:t>EfficientNet</a:t>
            </a:r>
            <a:r>
              <a:rPr lang="en-US" sz="2000" dirty="0">
                <a:latin typeface="Times New Roman" panose="02020603050405020304" pitchFamily="18" charset="0"/>
                <a:ea typeface="+mn-lt"/>
                <a:cs typeface="Times New Roman" panose="02020603050405020304" pitchFamily="18" charset="0"/>
              </a:rPr>
              <a:t> backbone remains frozen.</a:t>
            </a:r>
            <a:endParaRPr lang="en-US" sz="2000" dirty="0">
              <a:latin typeface="Times New Roman" panose="02020603050405020304" pitchFamily="18" charset="0"/>
              <a:ea typeface="Calibri"/>
              <a:cs typeface="Times New Roman" panose="02020603050405020304" pitchFamily="18" charset="0"/>
            </a:endParaRPr>
          </a:p>
          <a:p>
            <a:pPr algn="just">
              <a:buFont typeface="Wingdings" panose="020B0604020202020204" pitchFamily="34" charset="0"/>
              <a:buChar char="q"/>
            </a:pPr>
            <a:r>
              <a:rPr lang="en-US" sz="2000" b="1" dirty="0">
                <a:latin typeface="Times New Roman" panose="02020603050405020304" pitchFamily="18" charset="0"/>
                <a:ea typeface="+mn-lt"/>
                <a:cs typeface="Times New Roman" panose="02020603050405020304" pitchFamily="18" charset="0"/>
              </a:rPr>
              <a:t> Phase-2 (Fine-Tuning):</a:t>
            </a:r>
            <a:endParaRPr lang="en-US" sz="2000" dirty="0">
              <a:latin typeface="Times New Roman" panose="02020603050405020304" pitchFamily="18" charset="0"/>
              <a:ea typeface="Calibri"/>
              <a:cs typeface="Times New Roman" panose="02020603050405020304" pitchFamily="18" charset="0"/>
            </a:endParaRPr>
          </a:p>
          <a:p>
            <a:pPr lvl="1" algn="just"/>
            <a:r>
              <a:rPr lang="en-US" sz="2000" dirty="0">
                <a:latin typeface="Times New Roman" panose="02020603050405020304" pitchFamily="18" charset="0"/>
                <a:ea typeface="+mn-lt"/>
                <a:cs typeface="Times New Roman" panose="02020603050405020304" pitchFamily="18" charset="0"/>
              </a:rPr>
              <a:t>Selected backbone layers are unfrozen. </a:t>
            </a:r>
          </a:p>
          <a:p>
            <a:pPr lvl="1" algn="just"/>
            <a:r>
              <a:rPr lang="en-US" sz="2000" dirty="0">
                <a:latin typeface="Times New Roman" panose="02020603050405020304" pitchFamily="18" charset="0"/>
                <a:ea typeface="+mn-lt"/>
                <a:cs typeface="Times New Roman" panose="02020603050405020304" pitchFamily="18" charset="0"/>
              </a:rPr>
              <a:t>The network adapts to tomato leaf disease features.</a:t>
            </a:r>
            <a:endParaRPr lang="en-US" sz="2000" dirty="0">
              <a:latin typeface="Times New Roman" panose="02020603050405020304" pitchFamily="18" charset="0"/>
              <a:ea typeface="Calibri"/>
              <a:cs typeface="Times New Roman" panose="02020603050405020304" pitchFamily="18" charset="0"/>
            </a:endParaRPr>
          </a:p>
          <a:p>
            <a:pPr algn="just">
              <a:buFont typeface="Wingdings" panose="05000000000000000000" pitchFamily="2" charset="2"/>
              <a:buChar char="q"/>
            </a:pPr>
            <a:endParaRPr lang="en-US" sz="1800" dirty="0">
              <a:latin typeface="Times New Roman"/>
              <a:cs typeface="Times New Roman"/>
            </a:endParaRPr>
          </a:p>
        </p:txBody>
      </p:sp>
      <p:cxnSp>
        <p:nvCxnSpPr>
          <p:cNvPr id="6" name="Google Shape;1249;p100">
            <a:extLst>
              <a:ext uri="{FF2B5EF4-FFF2-40B4-BE49-F238E27FC236}">
                <a16:creationId xmlns:a16="http://schemas.microsoft.com/office/drawing/2014/main" id="{ED8DF157-5035-8030-6473-24823E1BF64E}"/>
              </a:ext>
            </a:extLst>
          </p:cNvPr>
          <p:cNvCxnSpPr/>
          <p:nvPr/>
        </p:nvCxnSpPr>
        <p:spPr>
          <a:xfrm>
            <a:off x="0" y="675647"/>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DA1B3477-48EF-5CB3-0A88-5B4E823157D3}"/>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0D496CC5-7064-2E14-BF09-EFECCAFE1CC2}"/>
              </a:ext>
            </a:extLst>
          </p:cNvPr>
          <p:cNvSpPr>
            <a:spLocks noGrp="1"/>
          </p:cNvSpPr>
          <p:nvPr>
            <p:ph type="sldNum" sz="quarter" idx="12"/>
          </p:nvPr>
        </p:nvSpPr>
        <p:spPr/>
        <p:txBody>
          <a:bodyPr/>
          <a:lstStyle/>
          <a:p>
            <a:fld id="{00000000-1234-1234-1234-123412341234}" type="slidenum">
              <a:rPr lang="en-US" smtClean="0"/>
              <a:t>18</a:t>
            </a:fld>
            <a:endParaRPr lang="en-US"/>
          </a:p>
        </p:txBody>
      </p:sp>
      <p:sp>
        <p:nvSpPr>
          <p:cNvPr id="7" name="TextBox 6">
            <a:extLst>
              <a:ext uri="{FF2B5EF4-FFF2-40B4-BE49-F238E27FC236}">
                <a16:creationId xmlns:a16="http://schemas.microsoft.com/office/drawing/2014/main" id="{7A0C8EA3-CB56-F795-3BFA-453C8ABF7FE2}"/>
              </a:ext>
            </a:extLst>
          </p:cNvPr>
          <p:cNvSpPr txBox="1"/>
          <p:nvPr/>
        </p:nvSpPr>
        <p:spPr>
          <a:xfrm>
            <a:off x="4226626" y="6290034"/>
            <a:ext cx="491737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latin typeface="Times New Roman"/>
                <a:cs typeface="Times New Roman"/>
              </a:rPr>
              <a:t>Fig. Phase-2 Fine-Tuning Results for Growth Stage Classification Model</a:t>
            </a:r>
            <a:endParaRPr lang="en-US" dirty="0"/>
          </a:p>
        </p:txBody>
      </p:sp>
      <p:sp>
        <p:nvSpPr>
          <p:cNvPr id="9" name="TextBox 8">
            <a:extLst>
              <a:ext uri="{FF2B5EF4-FFF2-40B4-BE49-F238E27FC236}">
                <a16:creationId xmlns:a16="http://schemas.microsoft.com/office/drawing/2014/main" id="{CD4A71E9-BF6E-8F33-C28C-1A964489B814}"/>
              </a:ext>
            </a:extLst>
          </p:cNvPr>
          <p:cNvSpPr txBox="1"/>
          <p:nvPr/>
        </p:nvSpPr>
        <p:spPr>
          <a:xfrm>
            <a:off x="4111804" y="3378339"/>
            <a:ext cx="491737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latin typeface="Times New Roman"/>
                <a:cs typeface="Times New Roman"/>
              </a:rPr>
              <a:t>Fig. Phase-1 Warm-Up Training Results for Growth Stage Classification Model</a:t>
            </a:r>
            <a:endParaRPr lang="en-US" dirty="0"/>
          </a:p>
        </p:txBody>
      </p:sp>
      <p:pic>
        <p:nvPicPr>
          <p:cNvPr id="11" name="Picture 10" descr="A screenshot of a computer&#10;&#10;AI-generated content may be incorrect.">
            <a:extLst>
              <a:ext uri="{FF2B5EF4-FFF2-40B4-BE49-F238E27FC236}">
                <a16:creationId xmlns:a16="http://schemas.microsoft.com/office/drawing/2014/main" id="{888205D5-C861-660A-5F08-E56EF29B67E3}"/>
              </a:ext>
            </a:extLst>
          </p:cNvPr>
          <p:cNvPicPr>
            <a:picLocks noChangeAspect="1"/>
          </p:cNvPicPr>
          <p:nvPr/>
        </p:nvPicPr>
        <p:blipFill>
          <a:blip r:embed="rId3"/>
          <a:stretch>
            <a:fillRect/>
          </a:stretch>
        </p:blipFill>
        <p:spPr>
          <a:xfrm>
            <a:off x="3992461" y="865045"/>
            <a:ext cx="5036717" cy="2424375"/>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9F93AC4B-8677-A735-C5B3-6BA5D809285D}"/>
              </a:ext>
            </a:extLst>
          </p:cNvPr>
          <p:cNvPicPr>
            <a:picLocks noChangeAspect="1"/>
          </p:cNvPicPr>
          <p:nvPr/>
        </p:nvPicPr>
        <p:blipFill>
          <a:blip r:embed="rId4"/>
          <a:stretch>
            <a:fillRect/>
          </a:stretch>
        </p:blipFill>
        <p:spPr>
          <a:xfrm>
            <a:off x="4111804" y="3785382"/>
            <a:ext cx="4917374" cy="2429180"/>
          </a:xfrm>
          <a:prstGeom prst="rect">
            <a:avLst/>
          </a:prstGeom>
        </p:spPr>
      </p:pic>
    </p:spTree>
    <p:extLst>
      <p:ext uri="{BB962C8B-B14F-4D97-AF65-F5344CB8AC3E}">
        <p14:creationId xmlns:p14="http://schemas.microsoft.com/office/powerpoint/2010/main" val="8964646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56">
          <a:extLst>
            <a:ext uri="{FF2B5EF4-FFF2-40B4-BE49-F238E27FC236}">
              <a16:creationId xmlns:a16="http://schemas.microsoft.com/office/drawing/2014/main" id="{42302E6B-29B6-718C-2D00-9D46F609F60F}"/>
            </a:ext>
          </a:extLst>
        </p:cNvPr>
        <p:cNvGrpSpPr/>
        <p:nvPr/>
      </p:nvGrpSpPr>
      <p:grpSpPr>
        <a:xfrm>
          <a:off x="0" y="0"/>
          <a:ext cx="0" cy="0"/>
          <a:chOff x="0" y="0"/>
          <a:chExt cx="0" cy="0"/>
        </a:xfrm>
      </p:grpSpPr>
      <p:sp>
        <p:nvSpPr>
          <p:cNvPr id="1257" name="Google Shape;1257;p101">
            <a:extLst>
              <a:ext uri="{FF2B5EF4-FFF2-40B4-BE49-F238E27FC236}">
                <a16:creationId xmlns:a16="http://schemas.microsoft.com/office/drawing/2014/main" id="{EB97DC45-34D3-4BC4-A76B-C4830F4E5362}"/>
              </a:ext>
            </a:extLst>
          </p:cNvPr>
          <p:cNvSpPr txBox="1">
            <a:spLocks noGrp="1"/>
          </p:cNvSpPr>
          <p:nvPr>
            <p:ph type="title"/>
          </p:nvPr>
        </p:nvSpPr>
        <p:spPr>
          <a:xfrm>
            <a:off x="949890" y="1"/>
            <a:ext cx="7244219" cy="681226"/>
          </a:xfrm>
          <a:prstGeom prst="rect">
            <a:avLst/>
          </a:prstGeom>
          <a:noFill/>
          <a:ln>
            <a:noFill/>
          </a:ln>
        </p:spPr>
        <p:txBody>
          <a:bodyPr spcFirstLastPara="1" wrap="square" lIns="91425" tIns="45700" rIns="91425" bIns="45700" anchor="ctr" anchorCtr="0">
            <a:noAutofit/>
          </a:bodyPr>
          <a:lstStyle/>
          <a:p>
            <a:pPr algn="ctr">
              <a:spcBef>
                <a:spcPts val="0"/>
              </a:spcBef>
            </a:pPr>
            <a:r>
              <a:rPr lang="en-US" sz="2800" b="1" dirty="0">
                <a:solidFill>
                  <a:srgbClr val="006600"/>
                </a:solidFill>
                <a:latin typeface="Bookman Old Style"/>
                <a:ea typeface="+mj-lt"/>
                <a:cs typeface="+mj-lt"/>
                <a:sym typeface="Times New Roman" panose="02020603050405020304"/>
              </a:rPr>
              <a:t>Results and Performance</a:t>
            </a:r>
            <a:endParaRPr lang="en-US" sz="2800" b="1" dirty="0">
              <a:latin typeface="Bookman Old Style"/>
              <a:ea typeface="+mj-lt"/>
              <a:cs typeface="+mj-lt"/>
            </a:endParaRPr>
          </a:p>
        </p:txBody>
      </p:sp>
      <p:sp>
        <p:nvSpPr>
          <p:cNvPr id="1258" name="Google Shape;1258;p101">
            <a:extLst>
              <a:ext uri="{FF2B5EF4-FFF2-40B4-BE49-F238E27FC236}">
                <a16:creationId xmlns:a16="http://schemas.microsoft.com/office/drawing/2014/main" id="{A6CBC307-759E-6E8D-70AD-C5ADA0F79B33}"/>
              </a:ext>
            </a:extLst>
          </p:cNvPr>
          <p:cNvSpPr txBox="1">
            <a:spLocks noGrp="1"/>
          </p:cNvSpPr>
          <p:nvPr>
            <p:ph idx="1"/>
          </p:nvPr>
        </p:nvSpPr>
        <p:spPr>
          <a:xfrm>
            <a:off x="89838" y="658185"/>
            <a:ext cx="3065678" cy="5393247"/>
          </a:xfrm>
          <a:prstGeom prst="rect">
            <a:avLst/>
          </a:prstGeom>
          <a:noFill/>
          <a:ln>
            <a:noFill/>
          </a:ln>
        </p:spPr>
        <p:txBody>
          <a:bodyPr spcFirstLastPara="1" wrap="square" lIns="91425" tIns="45700" rIns="91425" bIns="45700" anchor="t" anchorCtr="0">
            <a:noAutofit/>
          </a:bodyPr>
          <a:lstStyle/>
          <a:p>
            <a:pPr marL="0" indent="0" algn="ctr">
              <a:buNone/>
            </a:pPr>
            <a:r>
              <a:rPr lang="en-US" sz="2200" b="1" dirty="0">
                <a:latin typeface="Times New Roman" panose="02020603050405020304" pitchFamily="18" charset="0"/>
                <a:ea typeface="+mj-lt"/>
                <a:cs typeface="Times New Roman" panose="02020603050405020304" pitchFamily="18" charset="0"/>
                <a:sym typeface="Times New Roman" panose="02020603050405020304"/>
              </a:rPr>
              <a:t>Disease Detection Model Evaluation</a:t>
            </a:r>
            <a:r>
              <a:rPr lang="en-US" sz="2200" dirty="0">
                <a:latin typeface="Times New Roman" panose="02020603050405020304" pitchFamily="18" charset="0"/>
                <a:ea typeface="+mn-lt"/>
                <a:cs typeface="Times New Roman" panose="02020603050405020304" pitchFamily="18" charset="0"/>
              </a:rPr>
              <a:t> </a:t>
            </a:r>
          </a:p>
          <a:p>
            <a:pPr algn="just">
              <a:buFont typeface="Wingdings" panose="020B0604020202020204" pitchFamily="34" charset="0"/>
              <a:buChar char="q"/>
            </a:pPr>
            <a:r>
              <a:rPr lang="en-US" sz="2000" dirty="0">
                <a:latin typeface="Times New Roman"/>
                <a:ea typeface="+mn-lt"/>
                <a:cs typeface="Times New Roman"/>
              </a:rPr>
              <a:t> The confusion matrix shows classification accuracy across different tomato leaf disease categories.</a:t>
            </a:r>
          </a:p>
          <a:p>
            <a:pPr algn="just">
              <a:buFont typeface="Wingdings" panose="020B0604020202020204" pitchFamily="34" charset="0"/>
              <a:buChar char="q"/>
            </a:pPr>
            <a:r>
              <a:rPr lang="en-US" sz="2000" dirty="0">
                <a:latin typeface="Times New Roman"/>
                <a:ea typeface="+mn-lt"/>
                <a:cs typeface="Times New Roman"/>
              </a:rPr>
              <a:t> Training accuracy graph demonstrates progressive improvement in model performance.</a:t>
            </a:r>
          </a:p>
          <a:p>
            <a:pPr algn="just">
              <a:buFont typeface="Wingdings" panose="020B0604020202020204" pitchFamily="34" charset="0"/>
              <a:buChar char="q"/>
            </a:pPr>
            <a:r>
              <a:rPr lang="en-US" sz="2000" dirty="0">
                <a:latin typeface="Times New Roman"/>
                <a:ea typeface="+mn-lt"/>
                <a:cs typeface="Times New Roman"/>
              </a:rPr>
              <a:t> Training loss graph confirms stable convergence during model training.</a:t>
            </a:r>
          </a:p>
          <a:p>
            <a:pPr algn="just">
              <a:buFont typeface="Wingdings" panose="020B0604020202020204" pitchFamily="34" charset="0"/>
              <a:buChar char="q"/>
            </a:pPr>
            <a:r>
              <a:rPr lang="en-US" sz="2000" dirty="0">
                <a:latin typeface="Times New Roman"/>
                <a:ea typeface="+mn-lt"/>
                <a:cs typeface="Times New Roman"/>
              </a:rPr>
              <a:t> These results indicate that the model can accurately identify disease patterns in tomato leaves.</a:t>
            </a:r>
          </a:p>
          <a:p>
            <a:pPr lvl="0" algn="just">
              <a:spcAft>
                <a:spcPts val="0"/>
              </a:spcAft>
              <a:buFont typeface="Wingdings" panose="020B0604020202020204" pitchFamily="34" charset="0"/>
              <a:buChar char="q"/>
            </a:pPr>
            <a:endParaRPr lang="en-US" sz="1600" dirty="0">
              <a:latin typeface="Times New Roman"/>
              <a:ea typeface="Calibri"/>
              <a:cs typeface="Times New Roman" panose="02020603050405020304" pitchFamily="18" charset="0"/>
            </a:endParaRPr>
          </a:p>
        </p:txBody>
      </p:sp>
      <p:cxnSp>
        <p:nvCxnSpPr>
          <p:cNvPr id="6" name="Google Shape;1249;p100">
            <a:extLst>
              <a:ext uri="{FF2B5EF4-FFF2-40B4-BE49-F238E27FC236}">
                <a16:creationId xmlns:a16="http://schemas.microsoft.com/office/drawing/2014/main" id="{B680D757-F2DF-ACD5-E79E-D7D6630D7442}"/>
              </a:ext>
            </a:extLst>
          </p:cNvPr>
          <p:cNvCxnSpPr/>
          <p:nvPr/>
        </p:nvCxnSpPr>
        <p:spPr>
          <a:xfrm>
            <a:off x="0" y="675647"/>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2CFDB7F1-9FF2-EDA2-B59D-7CDD82DFB281}"/>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FC2FE6E5-7F6D-2C9F-433F-241496E0C7B9}"/>
              </a:ext>
            </a:extLst>
          </p:cNvPr>
          <p:cNvSpPr>
            <a:spLocks noGrp="1"/>
          </p:cNvSpPr>
          <p:nvPr>
            <p:ph type="sldNum" sz="quarter" idx="12"/>
          </p:nvPr>
        </p:nvSpPr>
        <p:spPr/>
        <p:txBody>
          <a:bodyPr/>
          <a:lstStyle/>
          <a:p>
            <a:fld id="{00000000-1234-1234-1234-123412341234}" type="slidenum">
              <a:rPr lang="en-US" smtClean="0"/>
              <a:t>19</a:t>
            </a:fld>
            <a:endParaRPr lang="en-US"/>
          </a:p>
        </p:txBody>
      </p:sp>
      <p:sp>
        <p:nvSpPr>
          <p:cNvPr id="7" name="TextBox 6">
            <a:extLst>
              <a:ext uri="{FF2B5EF4-FFF2-40B4-BE49-F238E27FC236}">
                <a16:creationId xmlns:a16="http://schemas.microsoft.com/office/drawing/2014/main" id="{F561FF78-3792-6EDC-9C6C-CD765EFFD582}"/>
              </a:ext>
            </a:extLst>
          </p:cNvPr>
          <p:cNvSpPr txBox="1"/>
          <p:nvPr/>
        </p:nvSpPr>
        <p:spPr>
          <a:xfrm>
            <a:off x="6304379" y="6032382"/>
            <a:ext cx="272532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latin typeface="Times New Roman"/>
                <a:cs typeface="Times New Roman"/>
              </a:rPr>
              <a:t>Fig. Training Loss of the Disease Detection Model</a:t>
            </a:r>
            <a:endParaRPr lang="en-US" dirty="0"/>
          </a:p>
        </p:txBody>
      </p:sp>
      <p:pic>
        <p:nvPicPr>
          <p:cNvPr id="4" name="Picture 3" descr="A screenshot of a graph&#10;&#10;AI-generated content may be incorrect.">
            <a:extLst>
              <a:ext uri="{FF2B5EF4-FFF2-40B4-BE49-F238E27FC236}">
                <a16:creationId xmlns:a16="http://schemas.microsoft.com/office/drawing/2014/main" id="{D7B800FB-4F20-B521-480F-1D00E9641B92}"/>
              </a:ext>
            </a:extLst>
          </p:cNvPr>
          <p:cNvPicPr>
            <a:picLocks noChangeAspect="1"/>
          </p:cNvPicPr>
          <p:nvPr/>
        </p:nvPicPr>
        <p:blipFill>
          <a:blip r:embed="rId3"/>
          <a:stretch>
            <a:fillRect/>
          </a:stretch>
        </p:blipFill>
        <p:spPr>
          <a:xfrm>
            <a:off x="3301653" y="861703"/>
            <a:ext cx="5728047" cy="2120683"/>
          </a:xfrm>
          <a:prstGeom prst="rect">
            <a:avLst/>
          </a:prstGeom>
        </p:spPr>
      </p:pic>
      <p:pic>
        <p:nvPicPr>
          <p:cNvPr id="5" name="Picture 4" descr="A graph with blue and orange lines&#10;&#10;AI-generated content may be incorrect.">
            <a:extLst>
              <a:ext uri="{FF2B5EF4-FFF2-40B4-BE49-F238E27FC236}">
                <a16:creationId xmlns:a16="http://schemas.microsoft.com/office/drawing/2014/main" id="{4C9C8D0C-03E2-6334-C112-FD103546857C}"/>
              </a:ext>
            </a:extLst>
          </p:cNvPr>
          <p:cNvPicPr>
            <a:picLocks noChangeAspect="1"/>
          </p:cNvPicPr>
          <p:nvPr/>
        </p:nvPicPr>
        <p:blipFill>
          <a:blip r:embed="rId4"/>
          <a:stretch>
            <a:fillRect/>
          </a:stretch>
        </p:blipFill>
        <p:spPr>
          <a:xfrm>
            <a:off x="3245841" y="3492362"/>
            <a:ext cx="2992677" cy="2640513"/>
          </a:xfrm>
          <a:prstGeom prst="rect">
            <a:avLst/>
          </a:prstGeom>
        </p:spPr>
      </p:pic>
      <p:pic>
        <p:nvPicPr>
          <p:cNvPr id="8" name="Picture 7" descr="A graph with blue lines and orange lines&#10;&#10;AI-generated content may be incorrect.">
            <a:extLst>
              <a:ext uri="{FF2B5EF4-FFF2-40B4-BE49-F238E27FC236}">
                <a16:creationId xmlns:a16="http://schemas.microsoft.com/office/drawing/2014/main" id="{AA8C876E-943B-8637-7B0A-776BC32A26FF}"/>
              </a:ext>
            </a:extLst>
          </p:cNvPr>
          <p:cNvPicPr>
            <a:picLocks noChangeAspect="1"/>
          </p:cNvPicPr>
          <p:nvPr/>
        </p:nvPicPr>
        <p:blipFill>
          <a:blip r:embed="rId5"/>
          <a:stretch>
            <a:fillRect/>
          </a:stretch>
        </p:blipFill>
        <p:spPr>
          <a:xfrm>
            <a:off x="6247121" y="3492362"/>
            <a:ext cx="2730804" cy="2598760"/>
          </a:xfrm>
          <a:prstGeom prst="rect">
            <a:avLst/>
          </a:prstGeom>
        </p:spPr>
      </p:pic>
      <p:sp>
        <p:nvSpPr>
          <p:cNvPr id="14" name="TextBox 13">
            <a:extLst>
              <a:ext uri="{FF2B5EF4-FFF2-40B4-BE49-F238E27FC236}">
                <a16:creationId xmlns:a16="http://schemas.microsoft.com/office/drawing/2014/main" id="{73BB744D-050A-87BF-1DB8-14C099201E87}"/>
              </a:ext>
            </a:extLst>
          </p:cNvPr>
          <p:cNvSpPr txBox="1"/>
          <p:nvPr/>
        </p:nvSpPr>
        <p:spPr>
          <a:xfrm>
            <a:off x="3918627" y="3121298"/>
            <a:ext cx="491737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latin typeface="Times New Roman"/>
                <a:cs typeface="Times New Roman"/>
              </a:rPr>
              <a:t>Fig. Confusion Matrix of Tomato Disease Detection Model</a:t>
            </a:r>
            <a:endParaRPr lang="en-US" dirty="0"/>
          </a:p>
          <a:p>
            <a:pPr algn="ctr"/>
            <a:endParaRPr lang="en-US" sz="1000" dirty="0">
              <a:latin typeface="Times New Roman"/>
              <a:cs typeface="Times New Roman"/>
            </a:endParaRPr>
          </a:p>
        </p:txBody>
      </p:sp>
      <p:sp>
        <p:nvSpPr>
          <p:cNvPr id="16" name="TextBox 15">
            <a:extLst>
              <a:ext uri="{FF2B5EF4-FFF2-40B4-BE49-F238E27FC236}">
                <a16:creationId xmlns:a16="http://schemas.microsoft.com/office/drawing/2014/main" id="{45106A57-62FC-F8C5-BCFE-C46D999A1B52}"/>
              </a:ext>
            </a:extLst>
          </p:cNvPr>
          <p:cNvSpPr txBox="1"/>
          <p:nvPr/>
        </p:nvSpPr>
        <p:spPr>
          <a:xfrm>
            <a:off x="3426491" y="6058318"/>
            <a:ext cx="263137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latin typeface="Times New Roman"/>
                <a:cs typeface="Times New Roman"/>
              </a:rPr>
              <a:t>Fig. Training Accuracy of the Disease Detection Model</a:t>
            </a:r>
            <a:endParaRPr lang="en-US" dirty="0"/>
          </a:p>
        </p:txBody>
      </p:sp>
    </p:spTree>
    <p:extLst>
      <p:ext uri="{BB962C8B-B14F-4D97-AF65-F5344CB8AC3E}">
        <p14:creationId xmlns:p14="http://schemas.microsoft.com/office/powerpoint/2010/main" val="23795809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56">
          <a:extLst>
            <a:ext uri="{FF2B5EF4-FFF2-40B4-BE49-F238E27FC236}">
              <a16:creationId xmlns:a16="http://schemas.microsoft.com/office/drawing/2014/main" id="{85EFAB82-20C9-540C-29FD-C2CED79BE51F}"/>
            </a:ext>
          </a:extLst>
        </p:cNvPr>
        <p:cNvGrpSpPr/>
        <p:nvPr/>
      </p:nvGrpSpPr>
      <p:grpSpPr>
        <a:xfrm>
          <a:off x="0" y="0"/>
          <a:ext cx="0" cy="0"/>
          <a:chOff x="0" y="0"/>
          <a:chExt cx="0" cy="0"/>
        </a:xfrm>
      </p:grpSpPr>
      <p:sp>
        <p:nvSpPr>
          <p:cNvPr id="1257" name="Google Shape;1257;p101">
            <a:extLst>
              <a:ext uri="{FF2B5EF4-FFF2-40B4-BE49-F238E27FC236}">
                <a16:creationId xmlns:a16="http://schemas.microsoft.com/office/drawing/2014/main" id="{1135E3A1-D37A-E7A2-CDDE-FA1E76264643}"/>
              </a:ext>
            </a:extLst>
          </p:cNvPr>
          <p:cNvSpPr txBox="1">
            <a:spLocks noGrp="1"/>
          </p:cNvSpPr>
          <p:nvPr>
            <p:ph type="title"/>
          </p:nvPr>
        </p:nvSpPr>
        <p:spPr>
          <a:xfrm>
            <a:off x="949890" y="1"/>
            <a:ext cx="7244219" cy="681226"/>
          </a:xfrm>
          <a:prstGeom prst="rect">
            <a:avLst/>
          </a:prstGeom>
          <a:noFill/>
          <a:ln>
            <a:noFill/>
          </a:ln>
        </p:spPr>
        <p:txBody>
          <a:bodyPr spcFirstLastPara="1" wrap="square" lIns="91425" tIns="45700" rIns="91425" bIns="45700" anchor="ctr" anchorCtr="0">
            <a:noAutofit/>
          </a:bodyPr>
          <a:lstStyle/>
          <a:p>
            <a:pPr algn="ctr">
              <a:spcBef>
                <a:spcPts val="0"/>
              </a:spcBef>
            </a:pPr>
            <a:r>
              <a:rPr lang="en-US" sz="2800" b="1" dirty="0">
                <a:solidFill>
                  <a:srgbClr val="006600"/>
                </a:solidFill>
                <a:latin typeface="Bookman Old Style"/>
                <a:ea typeface="+mj-lt"/>
                <a:cs typeface="+mj-lt"/>
                <a:sym typeface="Times New Roman" panose="02020603050405020304"/>
              </a:rPr>
              <a:t>Results and Performance (Contd..)</a:t>
            </a:r>
            <a:endParaRPr lang="en-US" sz="2800" b="1" dirty="0">
              <a:latin typeface="Bookman Old Style"/>
              <a:ea typeface="+mj-lt"/>
              <a:cs typeface="+mj-lt"/>
            </a:endParaRPr>
          </a:p>
        </p:txBody>
      </p:sp>
      <p:sp>
        <p:nvSpPr>
          <p:cNvPr id="1258" name="Google Shape;1258;p101">
            <a:extLst>
              <a:ext uri="{FF2B5EF4-FFF2-40B4-BE49-F238E27FC236}">
                <a16:creationId xmlns:a16="http://schemas.microsoft.com/office/drawing/2014/main" id="{24C5CF73-CA94-7B89-B44B-E1F2FDE99E78}"/>
              </a:ext>
            </a:extLst>
          </p:cNvPr>
          <p:cNvSpPr txBox="1">
            <a:spLocks noGrp="1"/>
          </p:cNvSpPr>
          <p:nvPr>
            <p:ph idx="1"/>
          </p:nvPr>
        </p:nvSpPr>
        <p:spPr>
          <a:xfrm>
            <a:off x="36993" y="732376"/>
            <a:ext cx="3244009" cy="5393247"/>
          </a:xfrm>
          <a:prstGeom prst="rect">
            <a:avLst/>
          </a:prstGeom>
          <a:noFill/>
          <a:ln>
            <a:noFill/>
          </a:ln>
        </p:spPr>
        <p:txBody>
          <a:bodyPr spcFirstLastPara="1" wrap="square" lIns="91425" tIns="45700" rIns="91425" bIns="45700" anchor="t" anchorCtr="0">
            <a:noAutofit/>
          </a:bodyPr>
          <a:lstStyle/>
          <a:p>
            <a:pPr marL="0" indent="0" algn="ctr">
              <a:buNone/>
            </a:pPr>
            <a:r>
              <a:rPr lang="en-US" sz="2200" b="1" dirty="0">
                <a:latin typeface="Times New Roman" panose="02020603050405020304" pitchFamily="18" charset="0"/>
                <a:ea typeface="+mj-lt"/>
                <a:cs typeface="Times New Roman" panose="02020603050405020304" pitchFamily="18" charset="0"/>
                <a:sym typeface="Times New Roman" panose="02020603050405020304"/>
              </a:rPr>
              <a:t>Growth Stage Classification Evaluation</a:t>
            </a:r>
            <a:endParaRPr lang="en-US" sz="2200" dirty="0">
              <a:latin typeface="Times New Roman" panose="02020603050405020304" pitchFamily="18" charset="0"/>
              <a:ea typeface="+mn-lt"/>
              <a:cs typeface="Times New Roman" panose="02020603050405020304" pitchFamily="18" charset="0"/>
            </a:endParaRPr>
          </a:p>
          <a:p>
            <a:pPr algn="just">
              <a:buFont typeface="Wingdings" panose="020B0604020202020204" pitchFamily="34" charset="0"/>
              <a:buChar char="q"/>
            </a:pPr>
            <a:r>
              <a:rPr lang="en-US" sz="2000" dirty="0">
                <a:latin typeface="Times New Roman"/>
                <a:ea typeface="+mn-lt"/>
                <a:cs typeface="Times New Roman"/>
              </a:rPr>
              <a:t> The confusion matrix shows classification accuracy across different tomato leaf disease categories.</a:t>
            </a:r>
          </a:p>
          <a:p>
            <a:pPr algn="just">
              <a:buFont typeface="Wingdings" panose="020B0604020202020204" pitchFamily="34" charset="0"/>
              <a:buChar char="q"/>
            </a:pPr>
            <a:r>
              <a:rPr lang="en-US" sz="2000" dirty="0">
                <a:latin typeface="Times New Roman"/>
                <a:ea typeface="+mn-lt"/>
                <a:cs typeface="Times New Roman"/>
              </a:rPr>
              <a:t> Training accuracy graph demonstrates progressive improvement in model performance.</a:t>
            </a:r>
          </a:p>
          <a:p>
            <a:pPr algn="just">
              <a:buFont typeface="Wingdings" panose="020B0604020202020204" pitchFamily="34" charset="0"/>
              <a:buChar char="q"/>
            </a:pPr>
            <a:r>
              <a:rPr lang="en-US" sz="2000" dirty="0">
                <a:latin typeface="Times New Roman"/>
                <a:ea typeface="+mn-lt"/>
                <a:cs typeface="Times New Roman"/>
              </a:rPr>
              <a:t> Training loss graph confirms stable convergence during model training.</a:t>
            </a:r>
          </a:p>
          <a:p>
            <a:pPr algn="just">
              <a:buFont typeface="Wingdings" panose="020B0604020202020204" pitchFamily="34" charset="0"/>
              <a:buChar char="q"/>
            </a:pPr>
            <a:r>
              <a:rPr lang="en-US" sz="2000" dirty="0">
                <a:latin typeface="Times New Roman"/>
                <a:ea typeface="+mn-lt"/>
                <a:cs typeface="Times New Roman"/>
              </a:rPr>
              <a:t> These results indicate that the model can accurately identify disease patterns in tomato leaves.</a:t>
            </a:r>
          </a:p>
          <a:p>
            <a:pPr lvl="0" algn="just">
              <a:spcAft>
                <a:spcPts val="0"/>
              </a:spcAft>
              <a:buFont typeface="Wingdings" panose="020B0604020202020204" pitchFamily="34" charset="0"/>
              <a:buChar char="q"/>
            </a:pPr>
            <a:endParaRPr lang="en-US" sz="1400" dirty="0">
              <a:latin typeface="Times New Roman"/>
              <a:ea typeface="Calibri"/>
              <a:cs typeface="Times New Roman" panose="02020603050405020304" pitchFamily="18" charset="0"/>
            </a:endParaRPr>
          </a:p>
        </p:txBody>
      </p:sp>
      <p:cxnSp>
        <p:nvCxnSpPr>
          <p:cNvPr id="6" name="Google Shape;1249;p100">
            <a:extLst>
              <a:ext uri="{FF2B5EF4-FFF2-40B4-BE49-F238E27FC236}">
                <a16:creationId xmlns:a16="http://schemas.microsoft.com/office/drawing/2014/main" id="{F844759E-06F0-C77D-62A5-8CBE83939490}"/>
              </a:ext>
            </a:extLst>
          </p:cNvPr>
          <p:cNvCxnSpPr/>
          <p:nvPr/>
        </p:nvCxnSpPr>
        <p:spPr>
          <a:xfrm>
            <a:off x="0" y="675647"/>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929824C0-57EE-E3CB-F082-E231B0A67B0B}"/>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D07C3C9E-DF54-C864-24D6-5C70FDC04370}"/>
              </a:ext>
            </a:extLst>
          </p:cNvPr>
          <p:cNvSpPr>
            <a:spLocks noGrp="1"/>
          </p:cNvSpPr>
          <p:nvPr>
            <p:ph type="sldNum" sz="quarter" idx="12"/>
          </p:nvPr>
        </p:nvSpPr>
        <p:spPr/>
        <p:txBody>
          <a:bodyPr/>
          <a:lstStyle/>
          <a:p>
            <a:fld id="{00000000-1234-1234-1234-123412341234}" type="slidenum">
              <a:rPr lang="en-US" smtClean="0"/>
              <a:t>20</a:t>
            </a:fld>
            <a:endParaRPr lang="en-US"/>
          </a:p>
        </p:txBody>
      </p:sp>
      <p:sp>
        <p:nvSpPr>
          <p:cNvPr id="7" name="TextBox 6">
            <a:extLst>
              <a:ext uri="{FF2B5EF4-FFF2-40B4-BE49-F238E27FC236}">
                <a16:creationId xmlns:a16="http://schemas.microsoft.com/office/drawing/2014/main" id="{C647BBDD-A0B3-DE38-791F-9F3463526572}"/>
              </a:ext>
            </a:extLst>
          </p:cNvPr>
          <p:cNvSpPr txBox="1"/>
          <p:nvPr/>
        </p:nvSpPr>
        <p:spPr>
          <a:xfrm>
            <a:off x="6310256" y="5956241"/>
            <a:ext cx="272532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latin typeface="Times New Roman"/>
                <a:cs typeface="Times New Roman"/>
              </a:rPr>
              <a:t>Fig. Training Loss of the Growth Stage Classification Model</a:t>
            </a:r>
            <a:endParaRPr lang="en-US" dirty="0"/>
          </a:p>
        </p:txBody>
      </p:sp>
      <p:sp>
        <p:nvSpPr>
          <p:cNvPr id="14" name="TextBox 13">
            <a:extLst>
              <a:ext uri="{FF2B5EF4-FFF2-40B4-BE49-F238E27FC236}">
                <a16:creationId xmlns:a16="http://schemas.microsoft.com/office/drawing/2014/main" id="{7118D27F-6E74-EE66-F557-A6A80033D432}"/>
              </a:ext>
            </a:extLst>
          </p:cNvPr>
          <p:cNvSpPr txBox="1"/>
          <p:nvPr/>
        </p:nvSpPr>
        <p:spPr>
          <a:xfrm>
            <a:off x="3918627" y="3103213"/>
            <a:ext cx="4917374"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latin typeface="Times New Roman"/>
                <a:cs typeface="Times New Roman"/>
              </a:rPr>
              <a:t>Fig. Confusion Matrix of Tomato Growth Stage Classification Model</a:t>
            </a:r>
            <a:endParaRPr lang="en-US" dirty="0"/>
          </a:p>
          <a:p>
            <a:pPr algn="ctr"/>
            <a:endParaRPr lang="en-US" sz="1000" dirty="0">
              <a:latin typeface="Times New Roman"/>
              <a:cs typeface="Times New Roman"/>
            </a:endParaRPr>
          </a:p>
          <a:p>
            <a:pPr algn="ctr"/>
            <a:endParaRPr lang="en-US" sz="1000" dirty="0">
              <a:latin typeface="Times New Roman"/>
              <a:cs typeface="Times New Roman"/>
            </a:endParaRPr>
          </a:p>
        </p:txBody>
      </p:sp>
      <p:sp>
        <p:nvSpPr>
          <p:cNvPr id="16" name="TextBox 15">
            <a:extLst>
              <a:ext uri="{FF2B5EF4-FFF2-40B4-BE49-F238E27FC236}">
                <a16:creationId xmlns:a16="http://schemas.microsoft.com/office/drawing/2014/main" id="{D2E11C48-36AA-35A7-3E28-ED540AF582B4}"/>
              </a:ext>
            </a:extLst>
          </p:cNvPr>
          <p:cNvSpPr txBox="1"/>
          <p:nvPr/>
        </p:nvSpPr>
        <p:spPr>
          <a:xfrm>
            <a:off x="3581824" y="6008624"/>
            <a:ext cx="263137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latin typeface="Times New Roman"/>
                <a:cs typeface="Times New Roman"/>
              </a:rPr>
              <a:t>Fig. Training Accuracy of the Growth Stage Classification Model</a:t>
            </a:r>
            <a:endParaRPr lang="en-US" dirty="0"/>
          </a:p>
        </p:txBody>
      </p:sp>
      <p:pic>
        <p:nvPicPr>
          <p:cNvPr id="9" name="Picture 8">
            <a:extLst>
              <a:ext uri="{FF2B5EF4-FFF2-40B4-BE49-F238E27FC236}">
                <a16:creationId xmlns:a16="http://schemas.microsoft.com/office/drawing/2014/main" id="{A67045F9-842F-C709-5197-AEEE2B0C8BDF}"/>
              </a:ext>
            </a:extLst>
          </p:cNvPr>
          <p:cNvPicPr>
            <a:picLocks noChangeAspect="1"/>
          </p:cNvPicPr>
          <p:nvPr/>
        </p:nvPicPr>
        <p:blipFill>
          <a:blip r:embed="rId3"/>
          <a:stretch>
            <a:fillRect/>
          </a:stretch>
        </p:blipFill>
        <p:spPr>
          <a:xfrm>
            <a:off x="3389397" y="752779"/>
            <a:ext cx="5717610" cy="2334540"/>
          </a:xfrm>
          <a:prstGeom prst="rect">
            <a:avLst/>
          </a:prstGeom>
        </p:spPr>
      </p:pic>
      <p:pic>
        <p:nvPicPr>
          <p:cNvPr id="11" name="Picture 10" descr="A graph of a graph with blue and orange lines&#10;&#10;AI-generated content may be incorrect.">
            <a:extLst>
              <a:ext uri="{FF2B5EF4-FFF2-40B4-BE49-F238E27FC236}">
                <a16:creationId xmlns:a16="http://schemas.microsoft.com/office/drawing/2014/main" id="{8C05E55D-9A2F-EE0B-6C9E-E598002789A3}"/>
              </a:ext>
            </a:extLst>
          </p:cNvPr>
          <p:cNvPicPr>
            <a:picLocks noChangeAspect="1"/>
          </p:cNvPicPr>
          <p:nvPr/>
        </p:nvPicPr>
        <p:blipFill>
          <a:blip r:embed="rId4"/>
          <a:stretch>
            <a:fillRect/>
          </a:stretch>
        </p:blipFill>
        <p:spPr>
          <a:xfrm>
            <a:off x="3389397" y="3369774"/>
            <a:ext cx="2870159" cy="2619636"/>
          </a:xfrm>
          <a:prstGeom prst="rect">
            <a:avLst/>
          </a:prstGeom>
        </p:spPr>
      </p:pic>
      <p:pic>
        <p:nvPicPr>
          <p:cNvPr id="12" name="Picture 11">
            <a:extLst>
              <a:ext uri="{FF2B5EF4-FFF2-40B4-BE49-F238E27FC236}">
                <a16:creationId xmlns:a16="http://schemas.microsoft.com/office/drawing/2014/main" id="{F5916C62-9B1A-9C73-2B1F-1324829EF563}"/>
              </a:ext>
            </a:extLst>
          </p:cNvPr>
          <p:cNvPicPr>
            <a:picLocks noChangeAspect="1"/>
          </p:cNvPicPr>
          <p:nvPr/>
        </p:nvPicPr>
        <p:blipFill>
          <a:blip r:embed="rId5"/>
          <a:stretch>
            <a:fillRect/>
          </a:stretch>
        </p:blipFill>
        <p:spPr>
          <a:xfrm>
            <a:off x="6213199" y="3380212"/>
            <a:ext cx="2731197" cy="2609198"/>
          </a:xfrm>
          <a:prstGeom prst="rect">
            <a:avLst/>
          </a:prstGeom>
        </p:spPr>
      </p:pic>
    </p:spTree>
    <p:extLst>
      <p:ext uri="{BB962C8B-B14F-4D97-AF65-F5344CB8AC3E}">
        <p14:creationId xmlns:p14="http://schemas.microsoft.com/office/powerpoint/2010/main" val="28144951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a:solidFill>
                  <a:srgbClr val="006600"/>
                </a:solidFill>
                <a:latin typeface="Bookman Old Style" panose="02050604050505020204" pitchFamily="18" charset="0"/>
                <a:cs typeface="Calibri" panose="020F0502020204030204"/>
                <a:sym typeface="Times New Roman" panose="02020603050405020304"/>
              </a:rPr>
              <a:t>Conclusion</a:t>
            </a:r>
            <a:endParaRPr sz="2800" b="1">
              <a:solidFill>
                <a:srgbClr val="006600"/>
              </a:solidFill>
              <a:latin typeface="Bookman Old Style" panose="02050604050505020204" pitchFamily="18" charset="0"/>
              <a:cs typeface="Calibri" panose="020F0502020204030204"/>
              <a:sym typeface="Arial" panose="020B0604020202020204"/>
            </a:endParaRPr>
          </a:p>
        </p:txBody>
      </p:sp>
      <p:sp>
        <p:nvSpPr>
          <p:cNvPr id="1258" name="Google Shape;1258;p101"/>
          <p:cNvSpPr txBox="1">
            <a:spLocks noGrp="1"/>
          </p:cNvSpPr>
          <p:nvPr>
            <p:ph idx="1"/>
          </p:nvPr>
        </p:nvSpPr>
        <p:spPr>
          <a:xfrm>
            <a:off x="114300" y="889817"/>
            <a:ext cx="8915400" cy="5831659"/>
          </a:xfrm>
          <a:prstGeom prst="rect">
            <a:avLst/>
          </a:prstGeom>
          <a:noFill/>
          <a:ln>
            <a:noFill/>
          </a:ln>
        </p:spPr>
        <p:txBody>
          <a:bodyPr spcFirstLastPara="1" wrap="square" lIns="91425" tIns="45700" rIns="91425" bIns="45700" anchor="t" anchorCtr="0">
            <a:noAutofit/>
          </a:bodyPr>
          <a:lstStyle/>
          <a:p>
            <a:pPr lvl="0" algn="just" rtl="0">
              <a:lnSpc>
                <a:spcPts val="3600"/>
              </a:lnSpc>
              <a:spcBef>
                <a:spcPts val="0"/>
              </a:spcBef>
              <a:spcAft>
                <a:spcPts val="0"/>
              </a:spcAft>
              <a:buClr>
                <a:schemeClr val="dk1"/>
              </a:buClr>
              <a:buSzPct val="1000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The proposed </a:t>
            </a:r>
            <a:r>
              <a:rPr lang="en-US" sz="2000" dirty="0" err="1">
                <a:latin typeface="Times New Roman" panose="02020603050405020304" pitchFamily="18" charset="0"/>
                <a:cs typeface="Times New Roman" panose="02020603050405020304" pitchFamily="18" charset="0"/>
              </a:rPr>
              <a:t>AgriTwin</a:t>
            </a:r>
            <a:r>
              <a:rPr lang="en-US" sz="2000" dirty="0">
                <a:latin typeface="Times New Roman" panose="02020603050405020304" pitchFamily="18" charset="0"/>
                <a:cs typeface="Times New Roman" panose="02020603050405020304" pitchFamily="18" charset="0"/>
              </a:rPr>
              <a:t>-GH system introduces an intelligent framework for smart greenhouse monitoring and crop analysis.</a:t>
            </a:r>
          </a:p>
          <a:p>
            <a:pPr lvl="0" algn="just" rtl="0">
              <a:lnSpc>
                <a:spcPts val="3600"/>
              </a:lnSpc>
              <a:spcBef>
                <a:spcPts val="0"/>
              </a:spcBef>
              <a:spcAft>
                <a:spcPts val="0"/>
              </a:spcAft>
              <a:buClr>
                <a:schemeClr val="dk1"/>
              </a:buClr>
              <a:buSzPct val="1000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The system architecture is designed using modular decomposition, ensuring clear separation between data processing, predictive analytics, and digital twin–based greenhouse control.</a:t>
            </a:r>
          </a:p>
          <a:p>
            <a:pPr lvl="0" algn="just" rtl="0">
              <a:lnSpc>
                <a:spcPts val="3600"/>
              </a:lnSpc>
              <a:spcBef>
                <a:spcPts val="0"/>
              </a:spcBef>
              <a:spcAft>
                <a:spcPts val="0"/>
              </a:spcAft>
              <a:buClr>
                <a:schemeClr val="dk1"/>
              </a:buClr>
              <a:buSzPct val="100000"/>
              <a:buFont typeface="Wingdings" panose="05000000000000000000" pitchFamily="2" charset="2"/>
              <a:buChar char="q"/>
            </a:pP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US" sz="2000" dirty="0">
                <a:latin typeface="Times New Roman" panose="02020603050405020304" pitchFamily="18" charset="0"/>
                <a:cs typeface="Times New Roman" panose="02020603050405020304" pitchFamily="18" charset="0"/>
              </a:rPr>
              <a:t>Each module and its corresponding tasks were explicitly defined and structured, providing a clear understanding of the internal workflow and system responsibilities. </a:t>
            </a:r>
          </a:p>
          <a:p>
            <a:pPr lvl="0" algn="just" rtl="0">
              <a:lnSpc>
                <a:spcPts val="3600"/>
              </a:lnSpc>
              <a:spcBef>
                <a:spcPts val="0"/>
              </a:spcBef>
              <a:spcAft>
                <a:spcPts val="0"/>
              </a:spcAft>
              <a:buClr>
                <a:schemeClr val="dk1"/>
              </a:buClr>
              <a:buSzPct val="1000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Overall, the system establishes a strong foundation for intelligent greenhouse monitoring and supports the future development of AI-driven greenhouse management systems focused on productivity, sustainability, and resource efficiency.</a:t>
            </a:r>
            <a:endPar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cxnSp>
        <p:nvCxnSpPr>
          <p:cNvPr id="6" name="Google Shape;1249;p100"/>
          <p:cNvCxnSpPr/>
          <p:nvPr/>
        </p:nvCxnSpPr>
        <p:spPr>
          <a:xfrm>
            <a:off x="0" y="694840"/>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A56B0C5-58E0-9753-7EDD-007A20B9BC8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7F5C1010-B5FF-4944-B8BA-99AD114E5AE5}"/>
              </a:ext>
            </a:extLst>
          </p:cNvPr>
          <p:cNvSpPr>
            <a:spLocks noGrp="1"/>
          </p:cNvSpPr>
          <p:nvPr>
            <p:ph type="sldNum" sz="quarter" idx="12"/>
          </p:nvPr>
        </p:nvSpPr>
        <p:spPr/>
        <p:txBody>
          <a:bodyPr/>
          <a:lstStyle/>
          <a:p>
            <a:fld id="{00000000-1234-1234-1234-123412341234}" type="slidenum">
              <a:rPr lang="en-US" smtClean="0"/>
              <a:t>21</a:t>
            </a:fld>
            <a:endParaRPr lang="en-US"/>
          </a:p>
        </p:txBody>
      </p:sp>
    </p:spTree>
    <p:extLst>
      <p:ext uri="{BB962C8B-B14F-4D97-AF65-F5344CB8AC3E}">
        <p14:creationId xmlns:p14="http://schemas.microsoft.com/office/powerpoint/2010/main" val="5587526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101"/>
          <p:cNvSpPr txBox="1">
            <a:spLocks noGrp="1"/>
          </p:cNvSpPr>
          <p:nvPr>
            <p:ph type="title"/>
          </p:nvPr>
        </p:nvSpPr>
        <p:spPr>
          <a:xfrm>
            <a:off x="0" y="1"/>
            <a:ext cx="9144000" cy="6916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sz="2800" b="1">
                <a:solidFill>
                  <a:srgbClr val="006600"/>
                </a:solidFill>
                <a:latin typeface="Bookman Old Style" panose="02050604050505020204" pitchFamily="18" charset="0"/>
                <a:cs typeface="Calibri" panose="020F0502020204030204"/>
                <a:sym typeface="Arial" panose="020B0604020202020204"/>
              </a:rPr>
              <a:t>Datasets</a:t>
            </a:r>
            <a:endParaRPr sz="2800" b="1">
              <a:solidFill>
                <a:srgbClr val="006600"/>
              </a:solidFill>
              <a:latin typeface="Bookman Old Style" panose="02050604050505020204" pitchFamily="18" charset="0"/>
              <a:cs typeface="Calibri" panose="020F0502020204030204"/>
              <a:sym typeface="Arial" panose="020B0604020202020204"/>
            </a:endParaRPr>
          </a:p>
        </p:txBody>
      </p:sp>
      <p:sp>
        <p:nvSpPr>
          <p:cNvPr id="1258" name="Google Shape;1258;p101"/>
          <p:cNvSpPr txBox="1">
            <a:spLocks noGrp="1"/>
          </p:cNvSpPr>
          <p:nvPr>
            <p:ph idx="1"/>
          </p:nvPr>
        </p:nvSpPr>
        <p:spPr>
          <a:xfrm>
            <a:off x="289497" y="1055817"/>
            <a:ext cx="8565005" cy="5107343"/>
          </a:xfrm>
          <a:prstGeom prst="rect">
            <a:avLst/>
          </a:prstGeom>
          <a:noFill/>
          <a:ln>
            <a:noFill/>
          </a:ln>
        </p:spPr>
        <p:txBody>
          <a:bodyPr spcFirstLastPara="1" wrap="square" lIns="91425" tIns="45700" rIns="91425" bIns="45700" anchor="t" anchorCtr="0">
            <a:noAutofit/>
          </a:bodyPr>
          <a:lstStyle/>
          <a:p>
            <a:pPr algn="just">
              <a:buClr>
                <a:srgbClr val="000000"/>
              </a:buClr>
              <a:buSzPct val="100000"/>
              <a:buFont typeface="Wingdings" panose="05000000000000000000" pitchFamily="2" charset="2"/>
              <a:buChar char="q"/>
            </a:pPr>
            <a:r>
              <a:rPr lang="en-US" sz="2000" dirty="0" err="1">
                <a:latin typeface="Times New Roman"/>
                <a:ea typeface="+mn-lt"/>
                <a:cs typeface="Times New Roman"/>
              </a:rPr>
              <a:t>PlantVillage</a:t>
            </a:r>
            <a:r>
              <a:rPr lang="en-US" sz="2000" dirty="0">
                <a:latin typeface="Times New Roman"/>
                <a:ea typeface="+mn-lt"/>
                <a:cs typeface="Times New Roman"/>
              </a:rPr>
              <a:t> Dataset – Kaggle</a:t>
            </a:r>
          </a:p>
          <a:p>
            <a:pPr lvl="1" algn="just">
              <a:buClr>
                <a:srgbClr val="000000"/>
              </a:buClr>
              <a:buSzPct val="100000"/>
              <a:buFont typeface="Arial" panose="05000000000000000000" pitchFamily="2" charset="2"/>
              <a:buChar char="•"/>
            </a:pPr>
            <a:r>
              <a:rPr lang="en-US" sz="2000" dirty="0">
                <a:latin typeface="Times New Roman"/>
                <a:ea typeface="+mn-lt"/>
                <a:cs typeface="Times New Roman"/>
              </a:rPr>
              <a:t>URL: </a:t>
            </a:r>
            <a:r>
              <a:rPr lang="en-US" sz="2000" dirty="0">
                <a:latin typeface="Times New Roman"/>
                <a:ea typeface="+mn-lt"/>
                <a:cs typeface="Times New Roman"/>
                <a:hlinkClick r:id="rId3"/>
              </a:rPr>
              <a:t>https://www.kaggle.com/datasets/arjuntejaswi/plant-village</a:t>
            </a:r>
            <a:endParaRPr lang="en-US" sz="2000" dirty="0">
              <a:latin typeface="Times New Roman"/>
              <a:ea typeface="Calibri"/>
              <a:cs typeface="Times New Roman"/>
            </a:endParaRPr>
          </a:p>
          <a:p>
            <a:pPr algn="just">
              <a:buClr>
                <a:srgbClr val="000000"/>
              </a:buClr>
              <a:buSzPct val="100000"/>
              <a:buFont typeface="Wingdings" panose="05000000000000000000" pitchFamily="2" charset="2"/>
              <a:buChar char="q"/>
            </a:pPr>
            <a:r>
              <a:rPr lang="en-US" sz="2000" dirty="0">
                <a:latin typeface="Times New Roman"/>
                <a:ea typeface="+mn-lt"/>
                <a:cs typeface="Times New Roman"/>
              </a:rPr>
              <a:t>Ripe and Unripe Tomatoes Dataset – Kaggle</a:t>
            </a:r>
            <a:endParaRPr lang="en-US" sz="2000" dirty="0">
              <a:latin typeface="Times New Roman"/>
              <a:ea typeface="Calibri"/>
              <a:cs typeface="Times New Roman"/>
            </a:endParaRPr>
          </a:p>
          <a:p>
            <a:pPr lvl="1" algn="just">
              <a:buClr>
                <a:srgbClr val="000000"/>
              </a:buClr>
              <a:buSzPct val="100000"/>
              <a:buFont typeface="Arial" panose="05000000000000000000" pitchFamily="2" charset="2"/>
              <a:buChar char="•"/>
            </a:pPr>
            <a:r>
              <a:rPr lang="en-US" sz="2000" dirty="0">
                <a:latin typeface="Times New Roman"/>
                <a:ea typeface="+mn-lt"/>
                <a:cs typeface="Times New Roman"/>
              </a:rPr>
              <a:t>URL: </a:t>
            </a:r>
            <a:r>
              <a:rPr lang="en-US" sz="2000" dirty="0">
                <a:latin typeface="Times New Roman"/>
                <a:ea typeface="+mn-lt"/>
                <a:cs typeface="Times New Roman"/>
                <a:hlinkClick r:id="rId4"/>
              </a:rPr>
              <a:t>https://www.kaggle.com/datasets/adilshamim8/greenhouse-plant-growth-metrics</a:t>
            </a:r>
            <a:endParaRPr lang="en-US" sz="2000" dirty="0">
              <a:latin typeface="Times New Roman"/>
              <a:ea typeface="+mn-lt"/>
              <a:cs typeface="Times New Roman"/>
            </a:endParaRPr>
          </a:p>
          <a:p>
            <a:pPr algn="just">
              <a:buClr>
                <a:srgbClr val="000000"/>
              </a:buClr>
              <a:buSzPct val="100000"/>
              <a:buFont typeface="Wingdings" panose="05000000000000000000" pitchFamily="2" charset="2"/>
              <a:buChar char="q"/>
            </a:pPr>
            <a:r>
              <a:rPr lang="en-US" sz="2000" dirty="0">
                <a:latin typeface="Times New Roman"/>
                <a:ea typeface="+mn-lt"/>
                <a:cs typeface="Times New Roman"/>
              </a:rPr>
              <a:t>Tomato Disease Dataset – Mendeley Data</a:t>
            </a:r>
          </a:p>
          <a:p>
            <a:pPr lvl="1" algn="just">
              <a:buClr>
                <a:srgbClr val="000000"/>
              </a:buClr>
              <a:buSzPct val="100000"/>
              <a:buFont typeface="Arial" panose="05000000000000000000" pitchFamily="2" charset="2"/>
              <a:buChar char="•"/>
            </a:pPr>
            <a:r>
              <a:rPr lang="en-US" sz="2000" dirty="0">
                <a:latin typeface="Times New Roman"/>
                <a:ea typeface="+mn-lt"/>
                <a:cs typeface="Times New Roman"/>
              </a:rPr>
              <a:t>URL: </a:t>
            </a:r>
            <a:r>
              <a:rPr lang="en-US" sz="2000" dirty="0">
                <a:latin typeface="Times New Roman"/>
                <a:ea typeface="+mn-lt"/>
                <a:cs typeface="Times New Roman"/>
                <a:hlinkClick r:id="rId5"/>
              </a:rPr>
              <a:t>https://data.mendeley.com/datasets/c2x8rynybg/1</a:t>
            </a:r>
            <a:endParaRPr lang="en-US" sz="2000" dirty="0">
              <a:latin typeface="Times New Roman"/>
              <a:ea typeface="+mn-lt"/>
              <a:cs typeface="Times New Roman"/>
            </a:endParaRPr>
          </a:p>
          <a:p>
            <a:pPr algn="just">
              <a:buClr>
                <a:srgbClr val="000000"/>
              </a:buClr>
              <a:buSzPct val="100000"/>
              <a:buFont typeface="Wingdings" panose="05000000000000000000" pitchFamily="2" charset="2"/>
              <a:buChar char="q"/>
            </a:pPr>
            <a:r>
              <a:rPr lang="en-US" sz="2000" dirty="0">
                <a:latin typeface="Times New Roman"/>
                <a:ea typeface="+mn-lt"/>
                <a:cs typeface="Times New Roman"/>
              </a:rPr>
              <a:t>Tomato-flower-3-class Dataset – Kaggle</a:t>
            </a:r>
          </a:p>
          <a:p>
            <a:pPr lvl="1" algn="just">
              <a:buClr>
                <a:srgbClr val="000000"/>
              </a:buClr>
              <a:buSzPct val="100000"/>
              <a:buFont typeface="Arial" panose="05000000000000000000" pitchFamily="2" charset="2"/>
              <a:buChar char="•"/>
            </a:pPr>
            <a:r>
              <a:rPr lang="en-US" sz="2000" dirty="0">
                <a:latin typeface="Times New Roman"/>
                <a:ea typeface="+mn-lt"/>
                <a:cs typeface="Times New Roman"/>
              </a:rPr>
              <a:t>URL: </a:t>
            </a:r>
            <a:r>
              <a:rPr lang="en-US" sz="2000" dirty="0">
                <a:latin typeface="Times New Roman"/>
                <a:ea typeface="+mn-lt"/>
                <a:cs typeface="Times New Roman"/>
                <a:hlinkClick r:id="rId6"/>
              </a:rPr>
              <a:t>https://www.kaggle.com/datasets/jawadulkarim117/tomato-flower-3-class</a:t>
            </a:r>
            <a:endParaRPr lang="en-US" sz="2000" dirty="0">
              <a:latin typeface="Times New Roman"/>
              <a:ea typeface="+mn-lt"/>
              <a:cs typeface="Times New Roman"/>
            </a:endParaRPr>
          </a:p>
          <a:p>
            <a:pPr algn="just">
              <a:buClr>
                <a:srgbClr val="000000"/>
              </a:buClr>
              <a:buSzPct val="100000"/>
              <a:buFont typeface="Wingdings" panose="05000000000000000000" pitchFamily="2" charset="2"/>
              <a:buChar char="q"/>
            </a:pPr>
            <a:r>
              <a:rPr lang="en-US" sz="2000" dirty="0" err="1">
                <a:latin typeface="Times New Roman"/>
                <a:ea typeface="+mn-lt"/>
                <a:cs typeface="Times New Roman"/>
              </a:rPr>
              <a:t>TomatoPlantfactoryDataset</a:t>
            </a:r>
            <a:r>
              <a:rPr lang="en-US" sz="2000" dirty="0">
                <a:latin typeface="Times New Roman"/>
                <a:ea typeface="+mn-lt"/>
                <a:cs typeface="Times New Roman"/>
              </a:rPr>
              <a:t> – Mendeley Data</a:t>
            </a:r>
          </a:p>
          <a:p>
            <a:pPr lvl="1" algn="just">
              <a:buClr>
                <a:srgbClr val="000000"/>
              </a:buClr>
              <a:buSzPct val="100000"/>
              <a:buFont typeface="Arial" panose="05000000000000000000" pitchFamily="2" charset="2"/>
              <a:buChar char="•"/>
            </a:pPr>
            <a:r>
              <a:rPr lang="en-US" sz="2000" dirty="0">
                <a:latin typeface="Times New Roman"/>
                <a:ea typeface="+mn-lt"/>
                <a:cs typeface="Times New Roman"/>
              </a:rPr>
              <a:t>URL: </a:t>
            </a:r>
            <a:r>
              <a:rPr lang="en-US" sz="2000" dirty="0">
                <a:latin typeface="Times New Roman"/>
                <a:ea typeface="+mn-lt"/>
                <a:cs typeface="Times New Roman"/>
                <a:hlinkClick r:id="rId7"/>
              </a:rPr>
              <a:t>https://data.mendeley.com/datasets/8h3s6jkyff/1</a:t>
            </a:r>
            <a:endParaRPr lang="en-US" sz="2000" dirty="0">
              <a:latin typeface="Times New Roman"/>
              <a:ea typeface="+mn-lt"/>
              <a:cs typeface="Times New Roman"/>
            </a:endParaRPr>
          </a:p>
          <a:p>
            <a:pPr algn="just">
              <a:buClr>
                <a:srgbClr val="000000"/>
              </a:buClr>
              <a:buSzPct val="100000"/>
              <a:buFont typeface="Wingdings" panose="05000000000000000000" pitchFamily="2" charset="2"/>
              <a:buChar char="q"/>
            </a:pPr>
            <a:r>
              <a:rPr lang="en-US" sz="2000" dirty="0">
                <a:latin typeface="Times New Roman"/>
                <a:ea typeface="+mn-lt"/>
                <a:cs typeface="Times New Roman"/>
              </a:rPr>
              <a:t>Tomato Plant Stages Dataset – Kaggle</a:t>
            </a:r>
          </a:p>
          <a:p>
            <a:pPr lvl="1" algn="just">
              <a:buClr>
                <a:srgbClr val="000000"/>
              </a:buClr>
              <a:buSzPct val="100000"/>
              <a:buFont typeface="Arial" panose="05000000000000000000" pitchFamily="2" charset="2"/>
              <a:buChar char="•"/>
            </a:pPr>
            <a:r>
              <a:rPr lang="en-US" sz="2000" dirty="0">
                <a:latin typeface="Times New Roman"/>
                <a:ea typeface="+mn-lt"/>
                <a:cs typeface="Times New Roman"/>
              </a:rPr>
              <a:t>URL: </a:t>
            </a:r>
            <a:r>
              <a:rPr lang="en-US" sz="2000" dirty="0">
                <a:latin typeface="Times New Roman"/>
                <a:ea typeface="+mn-lt"/>
                <a:cs typeface="Times New Roman"/>
                <a:hlinkClick r:id="rId8"/>
              </a:rPr>
              <a:t>https://www.kaggle.com/datasets/arjunsudheer326/tomato-plant-stages-dataset</a:t>
            </a:r>
            <a:endParaRPr lang="en-US" sz="2000" dirty="0">
              <a:latin typeface="Times New Roman"/>
              <a:ea typeface="+mn-lt"/>
              <a:cs typeface="Times New Roman"/>
            </a:endParaRPr>
          </a:p>
          <a:p>
            <a:pPr algn="just">
              <a:buClr>
                <a:srgbClr val="000000"/>
              </a:buClr>
              <a:buSzPct val="100000"/>
              <a:buFont typeface="Wingdings" panose="05000000000000000000" pitchFamily="2" charset="2"/>
              <a:buChar char="q"/>
            </a:pPr>
            <a:endParaRPr lang="en-US" sz="2000" dirty="0">
              <a:latin typeface="Times New Roman"/>
              <a:ea typeface="+mn-lt"/>
              <a:cs typeface="Times New Roman"/>
            </a:endParaRPr>
          </a:p>
          <a:p>
            <a:pPr lvl="1" algn="just">
              <a:buClr>
                <a:srgbClr val="000000"/>
              </a:buClr>
              <a:buSzPct val="100000"/>
              <a:buFont typeface="Arial" panose="05000000000000000000" pitchFamily="2" charset="2"/>
              <a:buChar char="•"/>
            </a:pPr>
            <a:endParaRPr lang="en-US" sz="2000" dirty="0">
              <a:latin typeface="Times New Roman"/>
              <a:ea typeface="Calibri"/>
              <a:cs typeface="Times New Roman"/>
            </a:endParaRPr>
          </a:p>
        </p:txBody>
      </p:sp>
      <p:cxnSp>
        <p:nvCxnSpPr>
          <p:cNvPr id="6" name="Google Shape;1249;p100"/>
          <p:cNvCxnSpPr/>
          <p:nvPr/>
        </p:nvCxnSpPr>
        <p:spPr>
          <a:xfrm>
            <a:off x="0" y="694840"/>
            <a:ext cx="9144000" cy="1588"/>
          </a:xfrm>
          <a:prstGeom prst="straightConnector1">
            <a:avLst/>
          </a:prstGeom>
          <a:noFill/>
          <a:ln w="25400" cap="flat" cmpd="sng">
            <a:solidFill>
              <a:srgbClr val="800000"/>
            </a:solidFill>
            <a:prstDash val="solid"/>
            <a:round/>
            <a:headEnd type="none" w="sm" len="sm"/>
            <a:tailEnd type="none" w="sm" len="sm"/>
          </a:ln>
        </p:spPr>
      </p:cxnSp>
      <p:sp>
        <p:nvSpPr>
          <p:cNvPr id="2" name="Google Shape;167;p1">
            <a:extLst>
              <a:ext uri="{FF2B5EF4-FFF2-40B4-BE49-F238E27FC236}">
                <a16:creationId xmlns:a16="http://schemas.microsoft.com/office/drawing/2014/main" id="{0A56B0C5-58E0-9753-7EDD-007A20B9BC88}"/>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CBBB0B50-4177-DCC6-9040-55EB23E1A254}"/>
              </a:ext>
            </a:extLst>
          </p:cNvPr>
          <p:cNvSpPr>
            <a:spLocks noGrp="1"/>
          </p:cNvSpPr>
          <p:nvPr>
            <p:ph type="sldNum" sz="quarter" idx="12"/>
          </p:nvPr>
        </p:nvSpPr>
        <p:spPr/>
        <p:txBody>
          <a:bodyPr/>
          <a:lstStyle/>
          <a:p>
            <a:fld id="{00000000-1234-1234-1234-123412341234}" type="slidenum">
              <a:rPr lang="en-US" smtClean="0"/>
              <a:t>22</a:t>
            </a:fld>
            <a:endParaRPr lang="en-US"/>
          </a:p>
        </p:txBody>
      </p:sp>
    </p:spTree>
    <p:extLst>
      <p:ext uri="{BB962C8B-B14F-4D97-AF65-F5344CB8AC3E}">
        <p14:creationId xmlns:p14="http://schemas.microsoft.com/office/powerpoint/2010/main" val="4018596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72"/>
        <p:cNvGrpSpPr/>
        <p:nvPr/>
      </p:nvGrpSpPr>
      <p:grpSpPr>
        <a:xfrm>
          <a:off x="0" y="0"/>
          <a:ext cx="0" cy="0"/>
          <a:chOff x="0" y="0"/>
          <a:chExt cx="0" cy="0"/>
        </a:xfrm>
      </p:grpSpPr>
      <p:sp>
        <p:nvSpPr>
          <p:cNvPr id="1273" name="Google Shape;1273;p103"/>
          <p:cNvSpPr txBox="1">
            <a:spLocks noGrp="1"/>
          </p:cNvSpPr>
          <p:nvPr>
            <p:ph type="title"/>
          </p:nvPr>
        </p:nvSpPr>
        <p:spPr>
          <a:xfrm>
            <a:off x="0" y="0"/>
            <a:ext cx="9144000" cy="53309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a:solidFill>
                  <a:srgbClr val="006600"/>
                </a:solidFill>
                <a:latin typeface="Bookman Old Style" panose="02050604050505020204" pitchFamily="18" charset="0"/>
                <a:cs typeface="Calibri" panose="020F0502020204030204"/>
                <a:sym typeface="Times New Roman" panose="02020603050405020304"/>
              </a:rPr>
              <a:t>References</a:t>
            </a:r>
            <a:endParaRPr sz="2800">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6" name="Google Shape;1249;p100"/>
          <p:cNvCxnSpPr/>
          <p:nvPr/>
        </p:nvCxnSpPr>
        <p:spPr>
          <a:xfrm>
            <a:off x="0" y="537855"/>
            <a:ext cx="9144000" cy="1588"/>
          </a:xfrm>
          <a:prstGeom prst="straightConnector1">
            <a:avLst/>
          </a:prstGeom>
          <a:noFill/>
          <a:ln w="25400" cap="flat" cmpd="sng">
            <a:solidFill>
              <a:srgbClr val="800000"/>
            </a:solidFill>
            <a:prstDash val="solid"/>
            <a:round/>
            <a:headEnd type="none" w="sm" len="sm"/>
            <a:tailEnd type="none" w="sm" len="sm"/>
          </a:ln>
        </p:spPr>
      </p:cxnSp>
      <p:sp>
        <p:nvSpPr>
          <p:cNvPr id="24" name="TextBox 23"/>
          <p:cNvSpPr txBox="1"/>
          <p:nvPr/>
        </p:nvSpPr>
        <p:spPr>
          <a:xfrm>
            <a:off x="208185" y="539443"/>
            <a:ext cx="8680981" cy="6015236"/>
          </a:xfrm>
          <a:prstGeom prst="rect">
            <a:avLst/>
          </a:prstGeom>
          <a:noFill/>
        </p:spPr>
        <p:txBody>
          <a:bodyPr wrap="square" lIns="91440" tIns="45720" rIns="91440" bIns="45720" anchor="t">
            <a:spAutoFit/>
          </a:bodyPr>
          <a:lstStyle/>
          <a:p>
            <a:pPr algn="just">
              <a:lnSpc>
                <a:spcPct val="107000"/>
              </a:lnSpc>
              <a:spcAft>
                <a:spcPts val="800"/>
              </a:spcAft>
            </a:pP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[1] E.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Elbasi</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N. Mostafa, C. Zaki, Z.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AlArnaout</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A. E.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Topcu</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and L. Saker, “Optimizing agricultural data analysis techniques through AI-powered decision-making processes,” </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Applied Sciences</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vol. 14, no. 8018, 2024.</a:t>
            </a:r>
            <a:endParaRPr lang="en-IN" sz="17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[2] M.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Ghiasi</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Z. Wang, M.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Mehrandezh</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and A. Mohammadi, “Optimal strategy for energy-efficient management of greenhouse climate control,” </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IEEE Open Access Journal of Power and Energy</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vol. 12, pp. 1–14, Dec. 2025.</a:t>
            </a:r>
            <a:endParaRPr lang="en-IN" sz="17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[3] D. A. Howard, Z. Ma, C.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Veje</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A. Clausen, J. M.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Aaslyng</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and B. N.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Jørgensen</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“Greenhouse industry 4.0 – digital twin technology for commercial greenhouses,” </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Energy Informatics</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vol. 4, no. 1, pp. 1–20, May 2021.</a:t>
            </a:r>
            <a:endParaRPr lang="en-IN" sz="17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[4] Y. Huo, Y. Liu, P. He, L. Hu, W. Gao, and L. Gu, “Identifying tomato growth stages in protected agriculture with StyleGAN3–synthetic images and Vision Transformer,” </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Agriculture</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vol. 15, no. 120, 2025.</a:t>
            </a:r>
            <a:endParaRPr lang="en-IN" sz="17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[5] D. S. Joseph, P. M. Pawar, and K.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Chakradeo</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“Real-time plant disease dataset development and detection of plant disease using deep learning,” </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IEEE Access</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vol. 11, pp. 1–15, 2023.</a:t>
            </a:r>
            <a:endParaRPr lang="en-IN" sz="17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[6] A. Kaur and R. Kaur, “AI-enabled energy management for sustainable smart greenhouses: An integrated review,” </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Journal of Cleaner Production</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vol. 382, pp. 1–15, 2024.</a:t>
            </a:r>
            <a:endParaRPr lang="en-IN" sz="17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[7] D. K. Lee, B. K. Kang, Y. J. Kim, T. G. An, and Y. T. Chae, “A digital twin-based framework for precision tomato cultivation: Integrating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XGBoost</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-based prediction with model predictive control,” </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SSRN Electronic Journal</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2024.</a:t>
            </a:r>
            <a:endParaRPr lang="en-IN" sz="1700" dirty="0">
              <a:effectLst/>
              <a:latin typeface="Aptos" panose="020B0004020202020204" pitchFamily="34" charset="0"/>
              <a:ea typeface="Aptos" panose="020B0004020202020204" pitchFamily="34" charset="0"/>
              <a:cs typeface="Gautami" panose="020B0502040204020203" pitchFamily="34" charset="0"/>
            </a:endParaRPr>
          </a:p>
        </p:txBody>
      </p:sp>
      <p:sp>
        <p:nvSpPr>
          <p:cNvPr id="2" name="Google Shape;167;p1">
            <a:extLst>
              <a:ext uri="{FF2B5EF4-FFF2-40B4-BE49-F238E27FC236}">
                <a16:creationId xmlns:a16="http://schemas.microsoft.com/office/drawing/2014/main" id="{2FE6BDF5-AE30-5D13-75B2-606E7CC3515F}"/>
              </a:ext>
            </a:extLst>
          </p:cNvPr>
          <p:cNvSpPr txBox="1">
            <a:spLocks noGrp="1"/>
          </p:cNvSpPr>
          <p:nvPr>
            <p:ph type="dt" sz="half" idx="10"/>
          </p:nvPr>
        </p:nvSpPr>
        <p:spPr>
          <a:xfrm>
            <a:off x="0" y="6501342"/>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27BE5CDC-3CBB-AB90-633A-970154711940}"/>
              </a:ext>
            </a:extLst>
          </p:cNvPr>
          <p:cNvSpPr>
            <a:spLocks noGrp="1"/>
          </p:cNvSpPr>
          <p:nvPr>
            <p:ph type="sldNum" sz="quarter" idx="12"/>
          </p:nvPr>
        </p:nvSpPr>
        <p:spPr/>
        <p:txBody>
          <a:bodyPr/>
          <a:lstStyle/>
          <a:p>
            <a:fld id="{00000000-1234-1234-1234-123412341234}" type="slidenum">
              <a:rPr lang="en-US" smtClean="0"/>
              <a:t>23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72">
          <a:extLst>
            <a:ext uri="{FF2B5EF4-FFF2-40B4-BE49-F238E27FC236}">
              <a16:creationId xmlns:a16="http://schemas.microsoft.com/office/drawing/2014/main" id="{C5B57A2A-D858-B1E7-479B-AFE0B275F46F}"/>
            </a:ext>
          </a:extLst>
        </p:cNvPr>
        <p:cNvGrpSpPr/>
        <p:nvPr/>
      </p:nvGrpSpPr>
      <p:grpSpPr>
        <a:xfrm>
          <a:off x="0" y="0"/>
          <a:ext cx="0" cy="0"/>
          <a:chOff x="0" y="0"/>
          <a:chExt cx="0" cy="0"/>
        </a:xfrm>
      </p:grpSpPr>
      <p:sp>
        <p:nvSpPr>
          <p:cNvPr id="1273" name="Google Shape;1273;p103">
            <a:extLst>
              <a:ext uri="{FF2B5EF4-FFF2-40B4-BE49-F238E27FC236}">
                <a16:creationId xmlns:a16="http://schemas.microsoft.com/office/drawing/2014/main" id="{2A71885D-04D1-6F46-BED7-2FE52EBD46D1}"/>
              </a:ext>
            </a:extLst>
          </p:cNvPr>
          <p:cNvSpPr txBox="1">
            <a:spLocks noGrp="1"/>
          </p:cNvSpPr>
          <p:nvPr>
            <p:ph type="title"/>
          </p:nvPr>
        </p:nvSpPr>
        <p:spPr>
          <a:xfrm>
            <a:off x="0" y="0"/>
            <a:ext cx="9144000" cy="53309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b="1">
                <a:solidFill>
                  <a:srgbClr val="006600"/>
                </a:solidFill>
                <a:latin typeface="Bookman Old Style" panose="02050604050505020204" pitchFamily="18" charset="0"/>
                <a:cs typeface="Calibri" panose="020F0502020204030204"/>
                <a:sym typeface="Times New Roman" panose="02020603050405020304"/>
              </a:rPr>
              <a:t>References </a:t>
            </a:r>
            <a:r>
              <a:rPr lang="en-US" sz="2800" b="1">
                <a:solidFill>
                  <a:srgbClr val="006600"/>
                </a:solidFill>
                <a:latin typeface="Bookman Old Style" panose="02050604050505020204" pitchFamily="18" charset="0"/>
                <a:cs typeface="Arial" panose="020B0604020202020204"/>
                <a:sym typeface="Times New Roman" panose="02020603050405020304"/>
              </a:rPr>
              <a:t>(Contd..)</a:t>
            </a:r>
            <a:endParaRPr sz="2800">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6" name="Google Shape;1249;p100">
            <a:extLst>
              <a:ext uri="{FF2B5EF4-FFF2-40B4-BE49-F238E27FC236}">
                <a16:creationId xmlns:a16="http://schemas.microsoft.com/office/drawing/2014/main" id="{069275B8-3617-164E-9108-56E778CBF583}"/>
              </a:ext>
            </a:extLst>
          </p:cNvPr>
          <p:cNvCxnSpPr/>
          <p:nvPr/>
        </p:nvCxnSpPr>
        <p:spPr>
          <a:xfrm>
            <a:off x="0" y="537855"/>
            <a:ext cx="9144000" cy="1588"/>
          </a:xfrm>
          <a:prstGeom prst="straightConnector1">
            <a:avLst/>
          </a:prstGeom>
          <a:noFill/>
          <a:ln w="25400" cap="flat" cmpd="sng">
            <a:solidFill>
              <a:srgbClr val="800000"/>
            </a:solidFill>
            <a:prstDash val="solid"/>
            <a:round/>
            <a:headEnd type="none" w="sm" len="sm"/>
            <a:tailEnd type="none" w="sm" len="sm"/>
          </a:ln>
        </p:spPr>
      </p:cxnSp>
      <p:sp>
        <p:nvSpPr>
          <p:cNvPr id="24" name="TextBox 23">
            <a:extLst>
              <a:ext uri="{FF2B5EF4-FFF2-40B4-BE49-F238E27FC236}">
                <a16:creationId xmlns:a16="http://schemas.microsoft.com/office/drawing/2014/main" id="{19D6A4D7-0405-D0C6-8004-8472ED7F33FB}"/>
              </a:ext>
            </a:extLst>
          </p:cNvPr>
          <p:cNvSpPr txBox="1"/>
          <p:nvPr/>
        </p:nvSpPr>
        <p:spPr>
          <a:xfrm>
            <a:off x="265656" y="864805"/>
            <a:ext cx="8612687" cy="5455340"/>
          </a:xfrm>
          <a:prstGeom prst="rect">
            <a:avLst/>
          </a:prstGeom>
          <a:noFill/>
        </p:spPr>
        <p:txBody>
          <a:bodyPr wrap="square" lIns="91440" tIns="45720" rIns="91440" bIns="45720" anchor="t">
            <a:spAutoFit/>
          </a:bodyPr>
          <a:lstStyle/>
          <a:p>
            <a:pPr algn="just">
              <a:lnSpc>
                <a:spcPct val="107000"/>
              </a:lnSpc>
              <a:spcAft>
                <a:spcPts val="800"/>
              </a:spcAft>
            </a:pP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[8] S. R. Luna, M. P. García, and J. R. Torres, “Digital twin technology in greenhouse-based precision agriculture,” </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Computers and Electronics in Agriculture</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vol. 209, pp. 107–119, 2023.</a:t>
            </a:r>
            <a:endParaRPr lang="en-IN" sz="17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[9] B. V.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Nikitha</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N. K. S.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Keerthan</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P.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Praneeth</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and T. Amrita, “Leaf disease detection and classification,” </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Procedia Computer Science</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vol. 218, pp. 291–300, Jan. 2023.</a:t>
            </a:r>
            <a:endParaRPr lang="en-IN" sz="17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[10] A. Oad, S. S. Abbas, A. Zafar, et al., “Plant leaf disease detection using ensemble learning and explainable AI,” </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IEEE Access</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vol. 12, pp. 156038–156052, 2024.</a:t>
            </a:r>
            <a:endParaRPr lang="en-IN" sz="17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[11] A.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Soussi</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E. Zero, C. D. C. Herrera, et al., “Integrating digital twins and model predictive control for sustainable greenhouse management in smart agriculture,” </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IEEE Transactions on </a:t>
            </a:r>
            <a:r>
              <a:rPr lang="en-IN" sz="1700" i="1" dirty="0" err="1">
                <a:effectLst/>
                <a:latin typeface="Times New Roman" panose="02020603050405020304" pitchFamily="18" charset="0"/>
                <a:ea typeface="Times New Roman" panose="02020603050405020304" pitchFamily="18" charset="0"/>
                <a:cs typeface="Gautami" panose="020B0502040204020203" pitchFamily="34" charset="0"/>
              </a:rPr>
              <a:t>AgriFood</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 Electronics</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vol. 1, no. 1, pp. 1–17, 2025.</a:t>
            </a:r>
            <a:endParaRPr lang="en-IN" sz="17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[12] A. F. Subahi and K. E. </a:t>
            </a:r>
            <a:r>
              <a:rPr lang="en-IN" sz="1700" dirty="0" err="1">
                <a:effectLst/>
                <a:latin typeface="Times New Roman" panose="02020603050405020304" pitchFamily="18" charset="0"/>
                <a:ea typeface="Times New Roman" panose="02020603050405020304" pitchFamily="18" charset="0"/>
                <a:cs typeface="Gautami" panose="020B0502040204020203" pitchFamily="34" charset="0"/>
              </a:rPr>
              <a:t>Bouazza</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“An intelligent IoT-based system design for controlling and monitoring greenhouse temperature,” </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IEEE Access</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vol. 10, pp. 1–12, 2022.</a:t>
            </a:r>
            <a:endParaRPr lang="en-IN" sz="17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[13] R. A. Tathed, “Designing AI-driven platforms to transform agricultural ecosystems,” </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International Journal for Research Publication and Seminar</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vol. 16, no. 2, pp. 249–268, Apr.–Jun. 2025.</a:t>
            </a:r>
            <a:endParaRPr lang="en-IN" sz="1700" dirty="0">
              <a:effectLst/>
              <a:latin typeface="Aptos" panose="020B0004020202020204" pitchFamily="34" charset="0"/>
              <a:ea typeface="Aptos" panose="020B0004020202020204" pitchFamily="34" charset="0"/>
              <a:cs typeface="Gautami" panose="020B0502040204020203" pitchFamily="34" charset="0"/>
            </a:endParaRPr>
          </a:p>
          <a:p>
            <a:pPr algn="just">
              <a:lnSpc>
                <a:spcPct val="107000"/>
              </a:lnSpc>
              <a:spcAft>
                <a:spcPts val="800"/>
              </a:spcAft>
            </a:pP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[14] M. Umar, S. Altaf, S. Ahmad, H. Mahmoud, A. S. N. Mohamed, and R. Ayub, “Precision agriculture through deep learning: Tomato plant multiple diseases recognition with CNN and improved YOLOv7,” </a:t>
            </a:r>
            <a:r>
              <a:rPr lang="en-IN" sz="1700" i="1" dirty="0">
                <a:effectLst/>
                <a:latin typeface="Times New Roman" panose="02020603050405020304" pitchFamily="18" charset="0"/>
                <a:ea typeface="Times New Roman" panose="02020603050405020304" pitchFamily="18" charset="0"/>
                <a:cs typeface="Gautami" panose="020B0502040204020203" pitchFamily="34" charset="0"/>
              </a:rPr>
              <a:t>IEEE Access</a:t>
            </a:r>
            <a:r>
              <a:rPr lang="en-IN" sz="1700" dirty="0">
                <a:effectLst/>
                <a:latin typeface="Times New Roman" panose="02020603050405020304" pitchFamily="18" charset="0"/>
                <a:ea typeface="Times New Roman" panose="02020603050405020304" pitchFamily="18" charset="0"/>
                <a:cs typeface="Gautami" panose="020B0502040204020203" pitchFamily="34" charset="0"/>
              </a:rPr>
              <a:t>, vol. 12, pp. 49167–49180, Apr. 2024.</a:t>
            </a:r>
            <a:endParaRPr lang="en-IN" sz="1700" dirty="0">
              <a:effectLst/>
              <a:latin typeface="Aptos" panose="020B0004020202020204" pitchFamily="34" charset="0"/>
              <a:ea typeface="Aptos" panose="020B0004020202020204" pitchFamily="34" charset="0"/>
              <a:cs typeface="Gautami" panose="020B0502040204020203" pitchFamily="34" charset="0"/>
            </a:endParaRPr>
          </a:p>
        </p:txBody>
      </p:sp>
      <p:sp>
        <p:nvSpPr>
          <p:cNvPr id="2" name="Google Shape;167;p1">
            <a:extLst>
              <a:ext uri="{FF2B5EF4-FFF2-40B4-BE49-F238E27FC236}">
                <a16:creationId xmlns:a16="http://schemas.microsoft.com/office/drawing/2014/main" id="{45BFAD51-FFF9-0BD1-F841-030B914E32EE}"/>
              </a:ext>
            </a:extLst>
          </p:cNvPr>
          <p:cNvSpPr txBox="1">
            <a:spLocks noGrp="1"/>
          </p:cNvSpPr>
          <p:nvPr>
            <p:ph type="dt" sz="half" idx="10"/>
          </p:nvPr>
        </p:nvSpPr>
        <p:spPr>
          <a:xfrm>
            <a:off x="0" y="6501342"/>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B7A8BA43-D261-D2EB-1BFC-D424D9C9C161}"/>
              </a:ext>
            </a:extLst>
          </p:cNvPr>
          <p:cNvSpPr>
            <a:spLocks noGrp="1"/>
          </p:cNvSpPr>
          <p:nvPr>
            <p:ph type="sldNum" sz="quarter" idx="12"/>
          </p:nvPr>
        </p:nvSpPr>
        <p:spPr/>
        <p:txBody>
          <a:bodyPr/>
          <a:lstStyle/>
          <a:p>
            <a:fld id="{00000000-1234-1234-1234-123412341234}" type="slidenum">
              <a:rPr lang="en-US" smtClean="0"/>
              <a:t>24</a:t>
            </a:fld>
            <a:endParaRPr lang="en-US"/>
          </a:p>
        </p:txBody>
      </p:sp>
    </p:spTree>
    <p:extLst>
      <p:ext uri="{BB962C8B-B14F-4D97-AF65-F5344CB8AC3E}">
        <p14:creationId xmlns:p14="http://schemas.microsoft.com/office/powerpoint/2010/main" val="2176604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7" name="Google Shape;1307;p107"/>
          <p:cNvSpPr/>
          <p:nvPr/>
        </p:nvSpPr>
        <p:spPr>
          <a:xfrm>
            <a:off x="0" y="2598174"/>
            <a:ext cx="9144000" cy="1323399"/>
          </a:xfrm>
          <a:prstGeom prst="rect">
            <a:avLst/>
          </a:prstGeom>
          <a:noFill/>
          <a:ln>
            <a:noFill/>
          </a:ln>
        </p:spPr>
        <p:txBody>
          <a:bodyPr spcFirstLastPara="1" wrap="square" lIns="91425" tIns="45700" rIns="91425" bIns="45700" anchor="t" anchorCtr="0">
            <a:spAutoFit/>
          </a:bodyPr>
          <a:lstStyle/>
          <a:p>
            <a:pPr lvl="0" algn="ctr">
              <a:buClr>
                <a:srgbClr val="00B050"/>
              </a:buClr>
              <a:buSzPts val="5400"/>
            </a:pPr>
            <a:r>
              <a:rPr lang="en-US" sz="8000" b="1" i="0" u="none" strike="noStrike" cap="none">
                <a:solidFill>
                  <a:srgbClr val="00642D"/>
                </a:solidFill>
                <a:latin typeface="Algerian" panose="04020705040A02060702" pitchFamily="82" charset="0"/>
                <a:sym typeface="Arial" panose="020B0604020202020204"/>
              </a:rPr>
              <a:t>Thank you </a:t>
            </a:r>
            <a:endParaRPr sz="2400">
              <a:solidFill>
                <a:srgbClr val="00642D"/>
              </a:solidFill>
              <a:latin typeface="Algerian" panose="04020705040A02060702" pitchFamily="82" charset="0"/>
            </a:endParaRPr>
          </a:p>
        </p:txBody>
      </p:sp>
      <p:sp>
        <p:nvSpPr>
          <p:cNvPr id="2" name="Google Shape;167;p1">
            <a:extLst>
              <a:ext uri="{FF2B5EF4-FFF2-40B4-BE49-F238E27FC236}">
                <a16:creationId xmlns:a16="http://schemas.microsoft.com/office/drawing/2014/main" id="{4D8C5087-2000-D903-2CB6-EAE464394F04}"/>
              </a:ext>
            </a:extLst>
          </p:cNvPr>
          <p:cNvSpPr txBox="1">
            <a:spLocks noGrp="1"/>
          </p:cNvSpPr>
          <p:nvPr>
            <p:ph type="dt" sz="half" idx="10"/>
          </p:nvPr>
        </p:nvSpPr>
        <p:spPr>
          <a:xfrm>
            <a:off x="0" y="6492875"/>
            <a:ext cx="973667" cy="365125"/>
          </a:xfrm>
          <a:prstGeom prst="rect">
            <a:avLst/>
          </a:prstGeom>
          <a:noFill/>
          <a:ln>
            <a:noFill/>
          </a:ln>
        </p:spPr>
        <p:txBody>
          <a:bodyPr spcFirstLastPara="1" wrap="square" lIns="91425" tIns="45700" rIns="91425" bIns="45700" anchor="ctr" anchorCtr="0">
            <a:noAutofit/>
          </a:bodyPr>
          <a:lstStyle/>
          <a:p>
            <a:pPr lvl="0">
              <a:buClr>
                <a:srgbClr val="888888"/>
              </a:buClr>
              <a:buSzPts val="1200"/>
            </a:pPr>
            <a:r>
              <a:rPr lang="en-US" sz="1200">
                <a:solidFill>
                  <a:srgbClr val="888888"/>
                </a:solidFill>
              </a:rPr>
              <a:t>17/03/2026</a:t>
            </a:r>
            <a:endParaRPr sz="1200" b="0" i="0" u="none" strike="noStrike" cap="none">
              <a:solidFill>
                <a:srgbClr val="888888"/>
              </a:solidFill>
              <a:latin typeface="Arial" panose="020B0604020202020204"/>
              <a:ea typeface="Arial" panose="020B0604020202020204"/>
              <a:cs typeface="Arial" panose="020B0604020202020204"/>
              <a:sym typeface="Arial" panose="020B0604020202020204"/>
            </a:endParaRPr>
          </a:p>
        </p:txBody>
      </p:sp>
      <p:sp>
        <p:nvSpPr>
          <p:cNvPr id="3" name="Slide Number Placeholder 2">
            <a:extLst>
              <a:ext uri="{FF2B5EF4-FFF2-40B4-BE49-F238E27FC236}">
                <a16:creationId xmlns:a16="http://schemas.microsoft.com/office/drawing/2014/main" id="{7A8A9542-166A-F9E8-BB61-CA3CE9BDF847}"/>
              </a:ext>
            </a:extLst>
          </p:cNvPr>
          <p:cNvSpPr>
            <a:spLocks noGrp="1"/>
          </p:cNvSpPr>
          <p:nvPr>
            <p:ph type="sldNum" sz="quarter" idx="12"/>
          </p:nvPr>
        </p:nvSpPr>
        <p:spPr/>
        <p:txBody>
          <a:bodyPr/>
          <a:lstStyle/>
          <a:p>
            <a:fld id="{00000000-1234-1234-1234-123412341234}" type="slidenum">
              <a:rPr lang="en-US" smtClean="0"/>
              <a:t>25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95*361"/>
  <p:tag name="TABLE_ENDDRAG_RECT" val="13*100*695*36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468B0BB-C1D5-4F92-A32C-21ED7D6D2A09}">
  <we:reference id="wa200005566" version="1.0.0.0" store="en-US" storeType="omex"/>
  <we:alternateReferences>
    <we:reference id="wa200005566" version="1.0.0.0" store="omex"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1734</TotalTime>
  <Words>2992</Words>
  <Application>Microsoft Office PowerPoint</Application>
  <PresentationFormat>On-screen Show (4:3)</PresentationFormat>
  <Paragraphs>286</Paragraphs>
  <Slides>25</Slides>
  <Notes>25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Aptos</vt:lpstr>
      <vt:lpstr>Algerian</vt:lpstr>
      <vt:lpstr>Wingdings</vt:lpstr>
      <vt:lpstr>Times New Roman</vt:lpstr>
      <vt:lpstr>Calibri Light</vt:lpstr>
      <vt:lpstr>Time New Roman</vt:lpstr>
      <vt:lpstr>Bookman Old Style</vt:lpstr>
      <vt:lpstr>Arial</vt:lpstr>
      <vt:lpstr>Calibri</vt:lpstr>
      <vt:lpstr>Roboto</vt:lpstr>
      <vt:lpstr>Office Theme</vt:lpstr>
      <vt:lpstr>PowerPoint Presentation</vt:lpstr>
      <vt:lpstr>Agenda</vt:lpstr>
      <vt:lpstr>Abstract</vt:lpstr>
      <vt:lpstr>Techniques and Algorithms Used</vt:lpstr>
      <vt:lpstr>Techniques and Algorithms Used (Contd..)</vt:lpstr>
      <vt:lpstr>PowerPoint Presentation</vt:lpstr>
      <vt:lpstr>Proposed System Architecture of AgriTwin-GH</vt:lpstr>
      <vt:lpstr>Proposed System Architecture of AgriTwin-GH (Contd..)</vt:lpstr>
      <vt:lpstr>Project Modules</vt:lpstr>
      <vt:lpstr>Project Modules (Contd..)</vt:lpstr>
      <vt:lpstr>Project Modules (Contd..)</vt:lpstr>
      <vt:lpstr>Module-1 Implementation</vt:lpstr>
      <vt:lpstr>Module-1 Implementation (Contd..)</vt:lpstr>
      <vt:lpstr>Demonstration</vt:lpstr>
      <vt:lpstr>Demonstration (Contd..)</vt:lpstr>
      <vt:lpstr>Demonstration (Contd..)</vt:lpstr>
      <vt:lpstr>Demonstration (Contd..)</vt:lpstr>
      <vt:lpstr>Demonstration (Contd..)</vt:lpstr>
      <vt:lpstr>Results and Performance</vt:lpstr>
      <vt:lpstr>Results and Performance (Contd..)</vt:lpstr>
      <vt:lpstr>Conclusion</vt:lpstr>
      <vt:lpstr>Datasets</vt:lpstr>
      <vt:lpstr>References</vt:lpstr>
      <vt:lpstr>References (Contd..)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T23U5572</dc:creator>
  <cp:lastModifiedBy>Arjun Christopher</cp:lastModifiedBy>
  <cp:revision>118</cp:revision>
  <dcterms:created xsi:type="dcterms:W3CDTF">2020-08-20T10:53:00Z</dcterms:created>
  <dcterms:modified xsi:type="dcterms:W3CDTF">2026-03-16T13:21:39Z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9F66D692DBFA4359B0825EFDAB6C8F37_13</vt:lpwstr>
  </property>
  <property fmtid="{D5CDD505-2E9C-101B-9397-08002B2CF9AE}" pid="3" name="KSOProductBuildVer">
    <vt:lpwstr>1033-12.2.0.23196</vt:lpwstr>
  </property>
</Properties>
</file>